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346" r:id="rId6"/>
    <p:sldId id="341" r:id="rId7"/>
    <p:sldId id="342" r:id="rId8"/>
    <p:sldId id="347" r:id="rId9"/>
    <p:sldId id="343" r:id="rId10"/>
    <p:sldId id="344" r:id="rId11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FF"/>
    <a:srgbClr val="02A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C8182-0860-43F5-A523-5F731EFB1C1D}" v="39" dt="2025-09-24T05:42:27.938"/>
    <p1510:client id="{AA0D9DF6-840F-46CE-816D-AA40C5656E3C}" v="2" dt="2025-09-24T06:18:24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>
      <p:cViewPr varScale="1">
        <p:scale>
          <a:sx n="103" d="100"/>
          <a:sy n="103" d="100"/>
        </p:scale>
        <p:origin x="811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 Volles" userId="ff76d95f-eff0-4c4f-990e-0c2358983a9b" providerId="ADAL" clId="{AC9924A3-F258-46B0-89D3-99DB8AA3FFE7}"/>
    <pc:docChg chg="custSel modSld">
      <pc:chgData name="Leon Volles" userId="ff76d95f-eff0-4c4f-990e-0c2358983a9b" providerId="ADAL" clId="{AC9924A3-F258-46B0-89D3-99DB8AA3FFE7}" dt="2025-09-24T11:52:28.793" v="34" actId="313"/>
      <pc:docMkLst>
        <pc:docMk/>
      </pc:docMkLst>
      <pc:sldChg chg="modSp mod">
        <pc:chgData name="Leon Volles" userId="ff76d95f-eff0-4c4f-990e-0c2358983a9b" providerId="ADAL" clId="{AC9924A3-F258-46B0-89D3-99DB8AA3FFE7}" dt="2025-09-24T11:52:28.793" v="34" actId="313"/>
        <pc:sldMkLst>
          <pc:docMk/>
          <pc:sldMk cId="1806861595" sldId="341"/>
        </pc:sldMkLst>
        <pc:spChg chg="mod">
          <ac:chgData name="Leon Volles" userId="ff76d95f-eff0-4c4f-990e-0c2358983a9b" providerId="ADAL" clId="{AC9924A3-F258-46B0-89D3-99DB8AA3FFE7}" dt="2025-09-24T11:52:28.793" v="34" actId="313"/>
          <ac:spMkLst>
            <pc:docMk/>
            <pc:sldMk cId="1806861595" sldId="341"/>
            <ac:spMk id="3" creationId="{CD2367DD-680B-DB21-889E-833FE4435B99}"/>
          </ac:spMkLst>
        </pc:spChg>
      </pc:sldChg>
    </pc:docChg>
  </pc:docChgLst>
  <pc:docChgLst>
    <pc:chgData name="Leon Volles" userId="ff76d95f-eff0-4c4f-990e-0c2358983a9b" providerId="ADAL" clId="{F32C492A-F749-4772-B9BC-D9F6D7CE08FE}"/>
    <pc:docChg chg="undo custSel addSld delSld modSld">
      <pc:chgData name="Leon Volles" userId="ff76d95f-eff0-4c4f-990e-0c2358983a9b" providerId="ADAL" clId="{F32C492A-F749-4772-B9BC-D9F6D7CE08FE}" dt="2025-09-24T07:18:52.954" v="353" actId="18131"/>
      <pc:docMkLst>
        <pc:docMk/>
      </pc:docMkLst>
      <pc:sldChg chg="modSp mod">
        <pc:chgData name="Leon Volles" userId="ff76d95f-eff0-4c4f-990e-0c2358983a9b" providerId="ADAL" clId="{F32C492A-F749-4772-B9BC-D9F6D7CE08FE}" dt="2025-09-24T05:39:01.509" v="303" actId="790"/>
        <pc:sldMkLst>
          <pc:docMk/>
          <pc:sldMk cId="1355078289" sldId="256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355078289" sldId="256"/>
            <ac:spMk id="2" creationId="{00000000-0000-0000-0000-000000000000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355078289" sldId="256"/>
            <ac:spMk id="3" creationId="{00000000-0000-0000-0000-000000000000}"/>
          </ac:spMkLst>
        </pc:spChg>
      </pc:sldChg>
      <pc:sldChg chg="modSp mod">
        <pc:chgData name="Leon Volles" userId="ff76d95f-eff0-4c4f-990e-0c2358983a9b" providerId="ADAL" clId="{F32C492A-F749-4772-B9BC-D9F6D7CE08FE}" dt="2025-09-24T05:39:01.509" v="303" actId="790"/>
        <pc:sldMkLst>
          <pc:docMk/>
          <pc:sldMk cId="1806861595" sldId="341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806861595" sldId="341"/>
            <ac:spMk id="2" creationId="{00000000-0000-0000-0000-000000000000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806861595" sldId="341"/>
            <ac:spMk id="3" creationId="{CD2367DD-680B-DB21-889E-833FE4435B99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806861595" sldId="341"/>
            <ac:spMk id="10" creationId="{38E59072-7A86-B196-2916-142FFCFCF4D9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806861595" sldId="341"/>
            <ac:spMk id="11" creationId="{DEC97B3E-DFB8-5359-2203-D97D8F5D2C41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806861595" sldId="341"/>
            <ac:spMk id="13" creationId="{4F49C81F-3563-F524-F60A-D1C5F458D657}"/>
          </ac:spMkLst>
        </pc:spChg>
      </pc:sldChg>
      <pc:sldChg chg="addSp delSp modSp mod">
        <pc:chgData name="Leon Volles" userId="ff76d95f-eff0-4c4f-990e-0c2358983a9b" providerId="ADAL" clId="{F32C492A-F749-4772-B9BC-D9F6D7CE08FE}" dt="2025-09-24T05:39:01.509" v="303" actId="790"/>
        <pc:sldMkLst>
          <pc:docMk/>
          <pc:sldMk cId="1586418273" sldId="342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586418273" sldId="342"/>
            <ac:spMk id="2" creationId="{E67A56B9-4EFA-4353-651A-115DDED3D00B}"/>
          </ac:spMkLst>
        </pc:spChg>
        <pc:spChg chg="del mod">
          <ac:chgData name="Leon Volles" userId="ff76d95f-eff0-4c4f-990e-0c2358983a9b" providerId="ADAL" clId="{F32C492A-F749-4772-B9BC-D9F6D7CE08FE}" dt="2025-09-23T18:53:47.769" v="201" actId="22"/>
          <ac:spMkLst>
            <pc:docMk/>
            <pc:sldMk cId="1586418273" sldId="342"/>
            <ac:spMk id="3" creationId="{38394950-A3F3-1CB3-1F74-91962AABA7DC}"/>
          </ac:spMkLst>
        </pc:spChg>
        <pc:picChg chg="add mod ord">
          <ac:chgData name="Leon Volles" userId="ff76d95f-eff0-4c4f-990e-0c2358983a9b" providerId="ADAL" clId="{F32C492A-F749-4772-B9BC-D9F6D7CE08FE}" dt="2025-09-23T19:02:45.717" v="212" actId="1076"/>
          <ac:picMkLst>
            <pc:docMk/>
            <pc:sldMk cId="1586418273" sldId="342"/>
            <ac:picMk id="5" creationId="{5B91F091-49E4-7FE7-ABA7-9B218166A743}"/>
          </ac:picMkLst>
        </pc:picChg>
        <pc:picChg chg="add mod">
          <ac:chgData name="Leon Volles" userId="ff76d95f-eff0-4c4f-990e-0c2358983a9b" providerId="ADAL" clId="{F32C492A-F749-4772-B9BC-D9F6D7CE08FE}" dt="2025-09-23T19:02:46.762" v="213" actId="1076"/>
          <ac:picMkLst>
            <pc:docMk/>
            <pc:sldMk cId="1586418273" sldId="342"/>
            <ac:picMk id="6" creationId="{3D1E3C29-2491-4291-2619-6C4BFD51C48D}"/>
          </ac:picMkLst>
        </pc:picChg>
      </pc:sldChg>
      <pc:sldChg chg="modSp mod modShow">
        <pc:chgData name="Leon Volles" userId="ff76d95f-eff0-4c4f-990e-0c2358983a9b" providerId="ADAL" clId="{F32C492A-F749-4772-B9BC-D9F6D7CE08FE}" dt="2025-09-24T05:39:01.509" v="303" actId="790"/>
        <pc:sldMkLst>
          <pc:docMk/>
          <pc:sldMk cId="1921964810" sldId="343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921964810" sldId="343"/>
            <ac:spMk id="2" creationId="{DBFA7235-47E5-2AD5-6076-05B21DF4FE89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1921964810" sldId="343"/>
            <ac:spMk id="3" creationId="{4143E281-F50F-3722-7248-F5031B98DB24}"/>
          </ac:spMkLst>
        </pc:spChg>
      </pc:sldChg>
      <pc:sldChg chg="modSp new mod">
        <pc:chgData name="Leon Volles" userId="ff76d95f-eff0-4c4f-990e-0c2358983a9b" providerId="ADAL" clId="{F32C492A-F749-4772-B9BC-D9F6D7CE08FE}" dt="2025-09-24T05:39:01.509" v="303" actId="790"/>
        <pc:sldMkLst>
          <pc:docMk/>
          <pc:sldMk cId="3528998286" sldId="344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3528998286" sldId="344"/>
            <ac:spMk id="2" creationId="{3519FA47-FAE9-BCDB-838C-B54BED6D65CC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3528998286" sldId="344"/>
            <ac:spMk id="3" creationId="{715A4DC7-C4EE-9BE2-5D53-AF6ED4179F0C}"/>
          </ac:spMkLst>
        </pc:spChg>
      </pc:sldChg>
      <pc:sldChg chg="new del">
        <pc:chgData name="Leon Volles" userId="ff76d95f-eff0-4c4f-990e-0c2358983a9b" providerId="ADAL" clId="{F32C492A-F749-4772-B9BC-D9F6D7CE08FE}" dt="2025-09-23T18:17:48.679" v="9" actId="47"/>
        <pc:sldMkLst>
          <pc:docMk/>
          <pc:sldMk cId="2659140366" sldId="345"/>
        </pc:sldMkLst>
      </pc:sldChg>
      <pc:sldChg chg="addSp delSp modSp new mod modClrScheme chgLayout">
        <pc:chgData name="Leon Volles" userId="ff76d95f-eff0-4c4f-990e-0c2358983a9b" providerId="ADAL" clId="{F32C492A-F749-4772-B9BC-D9F6D7CE08FE}" dt="2025-09-24T07:18:52.954" v="353" actId="18131"/>
        <pc:sldMkLst>
          <pc:docMk/>
          <pc:sldMk cId="3722041444" sldId="346"/>
        </pc:sldMkLst>
        <pc:spChg chg="del mod ord">
          <ac:chgData name="Leon Volles" userId="ff76d95f-eff0-4c4f-990e-0c2358983a9b" providerId="ADAL" clId="{F32C492A-F749-4772-B9BC-D9F6D7CE08FE}" dt="2025-09-23T18:18:00.874" v="10" actId="700"/>
          <ac:spMkLst>
            <pc:docMk/>
            <pc:sldMk cId="3722041444" sldId="346"/>
            <ac:spMk id="2" creationId="{B7ADABF3-F955-B668-C25C-4321DA759114}"/>
          </ac:spMkLst>
        </pc:spChg>
        <pc:spChg chg="del mod ord">
          <ac:chgData name="Leon Volles" userId="ff76d95f-eff0-4c4f-990e-0c2358983a9b" providerId="ADAL" clId="{F32C492A-F749-4772-B9BC-D9F6D7CE08FE}" dt="2025-09-23T18:18:00.874" v="10" actId="700"/>
          <ac:spMkLst>
            <pc:docMk/>
            <pc:sldMk cId="3722041444" sldId="346"/>
            <ac:spMk id="3" creationId="{90DE33BF-E20A-46B7-D137-FFD6523DED42}"/>
          </ac:spMkLst>
        </pc:spChg>
        <pc:spChg chg="add del mod ord">
          <ac:chgData name="Leon Volles" userId="ff76d95f-eff0-4c4f-990e-0c2358983a9b" providerId="ADAL" clId="{F32C492A-F749-4772-B9BC-D9F6D7CE08FE}" dt="2025-09-23T18:20:27.413" v="11" actId="700"/>
          <ac:spMkLst>
            <pc:docMk/>
            <pc:sldMk cId="3722041444" sldId="346"/>
            <ac:spMk id="4" creationId="{E0B02FDF-E80D-C65A-5CDD-B90F4BE9D988}"/>
          </ac:spMkLst>
        </pc:spChg>
        <pc:spChg chg="add del mod ord">
          <ac:chgData name="Leon Volles" userId="ff76d95f-eff0-4c4f-990e-0c2358983a9b" providerId="ADAL" clId="{F32C492A-F749-4772-B9BC-D9F6D7CE08FE}" dt="2025-09-23T18:20:27.413" v="11" actId="700"/>
          <ac:spMkLst>
            <pc:docMk/>
            <pc:sldMk cId="3722041444" sldId="346"/>
            <ac:spMk id="5" creationId="{E208B6EF-AB1E-8745-0AF3-F2E04E87EFB5}"/>
          </ac:spMkLst>
        </pc:spChg>
        <pc:spChg chg="add mod ord">
          <ac:chgData name="Leon Volles" userId="ff76d95f-eff0-4c4f-990e-0c2358983a9b" providerId="ADAL" clId="{F32C492A-F749-4772-B9BC-D9F6D7CE08FE}" dt="2025-09-24T05:39:04.047" v="304" actId="313"/>
          <ac:spMkLst>
            <pc:docMk/>
            <pc:sldMk cId="3722041444" sldId="346"/>
            <ac:spMk id="6" creationId="{09A92E67-B2FD-F4DB-C899-15FC7E359178}"/>
          </ac:spMkLst>
        </pc:spChg>
        <pc:spChg chg="add del mod ord">
          <ac:chgData name="Leon Volles" userId="ff76d95f-eff0-4c4f-990e-0c2358983a9b" providerId="ADAL" clId="{F32C492A-F749-4772-B9BC-D9F6D7CE08FE}" dt="2025-09-23T18:35:54.554" v="42"/>
          <ac:spMkLst>
            <pc:docMk/>
            <pc:sldMk cId="3722041444" sldId="346"/>
            <ac:spMk id="7" creationId="{CB209753-7285-EF7A-CFEC-24E68A1DB150}"/>
          </ac:spMkLst>
        </pc:spChg>
        <pc:spChg chg="add del mod">
          <ac:chgData name="Leon Volles" userId="ff76d95f-eff0-4c4f-990e-0c2358983a9b" providerId="ADAL" clId="{F32C492A-F749-4772-B9BC-D9F6D7CE08FE}" dt="2025-09-23T18:42:30.416" v="91" actId="478"/>
          <ac:spMkLst>
            <pc:docMk/>
            <pc:sldMk cId="3722041444" sldId="346"/>
            <ac:spMk id="10" creationId="{6A09F9A0-0291-6142-7FCE-0D5175A61F23}"/>
          </ac:spMkLst>
        </pc:spChg>
        <pc:graphicFrameChg chg="add del mod ord modGraphic">
          <ac:chgData name="Leon Volles" userId="ff76d95f-eff0-4c4f-990e-0c2358983a9b" providerId="ADAL" clId="{F32C492A-F749-4772-B9BC-D9F6D7CE08FE}" dt="2025-09-23T18:40:11.307" v="68" actId="3680"/>
          <ac:graphicFrameMkLst>
            <pc:docMk/>
            <pc:sldMk cId="3722041444" sldId="346"/>
            <ac:graphicFrameMk id="11" creationId="{80DD5238-63FE-B8BE-0659-F8660714A9E7}"/>
          </ac:graphicFrameMkLst>
        </pc:graphicFrameChg>
        <pc:graphicFrameChg chg="add del mod ord modGraphic">
          <ac:chgData name="Leon Volles" userId="ff76d95f-eff0-4c4f-990e-0c2358983a9b" providerId="ADAL" clId="{F32C492A-F749-4772-B9BC-D9F6D7CE08FE}" dt="2025-09-23T18:42:22.566" v="90" actId="3680"/>
          <ac:graphicFrameMkLst>
            <pc:docMk/>
            <pc:sldMk cId="3722041444" sldId="346"/>
            <ac:graphicFrameMk id="12" creationId="{A4FBBF6A-FBF5-EC71-815E-3CB174A8F9C9}"/>
          </ac:graphicFrameMkLst>
        </pc:graphicFrameChg>
        <pc:picChg chg="add del mod">
          <ac:chgData name="Leon Volles" userId="ff76d95f-eff0-4c4f-990e-0c2358983a9b" providerId="ADAL" clId="{F32C492A-F749-4772-B9BC-D9F6D7CE08FE}" dt="2025-09-23T18:39:59.151" v="66" actId="478"/>
          <ac:picMkLst>
            <pc:docMk/>
            <pc:sldMk cId="3722041444" sldId="346"/>
            <ac:picMk id="8" creationId="{193E0426-0E50-EDC7-D5BD-9EBE24E5E762}"/>
          </ac:picMkLst>
        </pc:picChg>
        <pc:picChg chg="add del mod">
          <ac:chgData name="Leon Volles" userId="ff76d95f-eff0-4c4f-990e-0c2358983a9b" providerId="ADAL" clId="{F32C492A-F749-4772-B9BC-D9F6D7CE08FE}" dt="2025-09-23T18:42:22.124" v="89" actId="22"/>
          <ac:picMkLst>
            <pc:docMk/>
            <pc:sldMk cId="3722041444" sldId="346"/>
            <ac:picMk id="14" creationId="{89A893A3-6EF8-6D07-291A-35E54D398FB8}"/>
          </ac:picMkLst>
        </pc:picChg>
        <pc:picChg chg="add mod">
          <ac:chgData name="Leon Volles" userId="ff76d95f-eff0-4c4f-990e-0c2358983a9b" providerId="ADAL" clId="{F32C492A-F749-4772-B9BC-D9F6D7CE08FE}" dt="2025-09-24T05:38:17.523" v="302" actId="1076"/>
          <ac:picMkLst>
            <pc:docMk/>
            <pc:sldMk cId="3722041444" sldId="346"/>
            <ac:picMk id="16" creationId="{C33ED1B9-C8CD-9697-900A-A5949087BED2}"/>
          </ac:picMkLst>
        </pc:picChg>
        <pc:picChg chg="add mod">
          <ac:chgData name="Leon Volles" userId="ff76d95f-eff0-4c4f-990e-0c2358983a9b" providerId="ADAL" clId="{F32C492A-F749-4772-B9BC-D9F6D7CE08FE}" dt="2025-09-24T05:37:51.967" v="296" actId="1076"/>
          <ac:picMkLst>
            <pc:docMk/>
            <pc:sldMk cId="3722041444" sldId="346"/>
            <ac:picMk id="18" creationId="{CC3365E2-62E5-42AE-B2E4-7890331565F9}"/>
          </ac:picMkLst>
        </pc:picChg>
        <pc:picChg chg="add mod modCrop">
          <ac:chgData name="Leon Volles" userId="ff76d95f-eff0-4c4f-990e-0c2358983a9b" providerId="ADAL" clId="{F32C492A-F749-4772-B9BC-D9F6D7CE08FE}" dt="2025-09-24T05:38:13.483" v="301" actId="1076"/>
          <ac:picMkLst>
            <pc:docMk/>
            <pc:sldMk cId="3722041444" sldId="346"/>
            <ac:picMk id="20" creationId="{7FF7B2B1-CA46-0734-202F-1947DD4B671E}"/>
          </ac:picMkLst>
        </pc:picChg>
        <pc:picChg chg="add mod modCrop">
          <ac:chgData name="Leon Volles" userId="ff76d95f-eff0-4c4f-990e-0c2358983a9b" providerId="ADAL" clId="{F32C492A-F749-4772-B9BC-D9F6D7CE08FE}" dt="2025-09-24T07:18:52.954" v="353" actId="18131"/>
          <ac:picMkLst>
            <pc:docMk/>
            <pc:sldMk cId="3722041444" sldId="346"/>
            <ac:picMk id="22" creationId="{8A7310D5-24D0-F10C-9B70-25CB2216C013}"/>
          </ac:picMkLst>
        </pc:picChg>
        <pc:picChg chg="add mod ord">
          <ac:chgData name="Leon Volles" userId="ff76d95f-eff0-4c4f-990e-0c2358983a9b" providerId="ADAL" clId="{F32C492A-F749-4772-B9BC-D9F6D7CE08FE}" dt="2025-09-24T05:41:23.012" v="317" actId="166"/>
          <ac:picMkLst>
            <pc:docMk/>
            <pc:sldMk cId="3722041444" sldId="346"/>
            <ac:picMk id="24" creationId="{DD6034EA-F3F3-5657-14BC-5B0A51664D43}"/>
          </ac:picMkLst>
        </pc:picChg>
        <pc:picChg chg="add mod">
          <ac:chgData name="Leon Volles" userId="ff76d95f-eff0-4c4f-990e-0c2358983a9b" providerId="ADAL" clId="{F32C492A-F749-4772-B9BC-D9F6D7CE08FE}" dt="2025-09-23T18:45:56.752" v="132" actId="571"/>
          <ac:picMkLst>
            <pc:docMk/>
            <pc:sldMk cId="3722041444" sldId="346"/>
            <ac:picMk id="25" creationId="{54413BBC-5598-4B9A-A06E-473E6F922A34}"/>
          </ac:picMkLst>
        </pc:picChg>
        <pc:picChg chg="add mod">
          <ac:chgData name="Leon Volles" userId="ff76d95f-eff0-4c4f-990e-0c2358983a9b" providerId="ADAL" clId="{F32C492A-F749-4772-B9BC-D9F6D7CE08FE}" dt="2025-09-23T18:45:56.752" v="132" actId="571"/>
          <ac:picMkLst>
            <pc:docMk/>
            <pc:sldMk cId="3722041444" sldId="346"/>
            <ac:picMk id="26" creationId="{1D7B7271-4E33-B65A-FE96-5D4A89C9BC17}"/>
          </ac:picMkLst>
        </pc:picChg>
        <pc:picChg chg="add mod ord">
          <ac:chgData name="Leon Volles" userId="ff76d95f-eff0-4c4f-990e-0c2358983a9b" providerId="ADAL" clId="{F32C492A-F749-4772-B9BC-D9F6D7CE08FE}" dt="2025-09-24T05:41:42.639" v="320" actId="166"/>
          <ac:picMkLst>
            <pc:docMk/>
            <pc:sldMk cId="3722041444" sldId="346"/>
            <ac:picMk id="28" creationId="{22604A2B-C00F-5B0D-0ED6-3810B3D295BC}"/>
          </ac:picMkLst>
        </pc:picChg>
        <pc:picChg chg="add mod ord modCrop">
          <ac:chgData name="Leon Volles" userId="ff76d95f-eff0-4c4f-990e-0c2358983a9b" providerId="ADAL" clId="{F32C492A-F749-4772-B9BC-D9F6D7CE08FE}" dt="2025-09-24T07:02:22.873" v="351" actId="18131"/>
          <ac:picMkLst>
            <pc:docMk/>
            <pc:sldMk cId="3722041444" sldId="346"/>
            <ac:picMk id="29" creationId="{476FB749-A836-0B8B-DCA3-ABCB3DBD6188}"/>
          </ac:picMkLst>
        </pc:picChg>
        <pc:cxnChg chg="add del mod">
          <ac:chgData name="Leon Volles" userId="ff76d95f-eff0-4c4f-990e-0c2358983a9b" providerId="ADAL" clId="{F32C492A-F749-4772-B9BC-D9F6D7CE08FE}" dt="2025-09-24T05:40:00.191" v="308" actId="478"/>
          <ac:cxnSpMkLst>
            <pc:docMk/>
            <pc:sldMk cId="3722041444" sldId="346"/>
            <ac:cxnSpMk id="31" creationId="{3784A599-CAF8-7B0B-F28D-D909914E7020}"/>
          </ac:cxnSpMkLst>
        </pc:cxnChg>
        <pc:cxnChg chg="add mod">
          <ac:chgData name="Leon Volles" userId="ff76d95f-eff0-4c4f-990e-0c2358983a9b" providerId="ADAL" clId="{F32C492A-F749-4772-B9BC-D9F6D7CE08FE}" dt="2025-09-24T05:42:44.555" v="339" actId="1076"/>
          <ac:cxnSpMkLst>
            <pc:docMk/>
            <pc:sldMk cId="3722041444" sldId="346"/>
            <ac:cxnSpMk id="35" creationId="{29EABB59-FF04-2703-48E8-98387A7C6EBC}"/>
          </ac:cxnSpMkLst>
        </pc:cxnChg>
        <pc:cxnChg chg="add mod">
          <ac:chgData name="Leon Volles" userId="ff76d95f-eff0-4c4f-990e-0c2358983a9b" providerId="ADAL" clId="{F32C492A-F749-4772-B9BC-D9F6D7CE08FE}" dt="2025-09-24T05:41:49.586" v="322" actId="14100"/>
          <ac:cxnSpMkLst>
            <pc:docMk/>
            <pc:sldMk cId="3722041444" sldId="346"/>
            <ac:cxnSpMk id="37" creationId="{71C96EE6-2F31-A11E-F87D-F94C41480857}"/>
          </ac:cxnSpMkLst>
        </pc:cxnChg>
        <pc:cxnChg chg="add mod ord">
          <ac:chgData name="Leon Volles" userId="ff76d95f-eff0-4c4f-990e-0c2358983a9b" providerId="ADAL" clId="{F32C492A-F749-4772-B9BC-D9F6D7CE08FE}" dt="2025-09-24T05:42:13.458" v="329" actId="167"/>
          <ac:cxnSpMkLst>
            <pc:docMk/>
            <pc:sldMk cId="3722041444" sldId="346"/>
            <ac:cxnSpMk id="43" creationId="{5FBF24AA-C75A-49CA-3CBB-A5009C4319BB}"/>
          </ac:cxnSpMkLst>
        </pc:cxnChg>
        <pc:cxnChg chg="add mod ord">
          <ac:chgData name="Leon Volles" userId="ff76d95f-eff0-4c4f-990e-0c2358983a9b" providerId="ADAL" clId="{F32C492A-F749-4772-B9BC-D9F6D7CE08FE}" dt="2025-09-24T05:42:37.825" v="338" actId="167"/>
          <ac:cxnSpMkLst>
            <pc:docMk/>
            <pc:sldMk cId="3722041444" sldId="346"/>
            <ac:cxnSpMk id="46" creationId="{D228A037-A7A0-5BFF-F0D0-FC1870EF2545}"/>
          </ac:cxnSpMkLst>
        </pc:cxnChg>
        <pc:cxnChg chg="add mod ord">
          <ac:chgData name="Leon Volles" userId="ff76d95f-eff0-4c4f-990e-0c2358983a9b" providerId="ADAL" clId="{F32C492A-F749-4772-B9BC-D9F6D7CE08FE}" dt="2025-09-24T05:42:37.825" v="338" actId="167"/>
          <ac:cxnSpMkLst>
            <pc:docMk/>
            <pc:sldMk cId="3722041444" sldId="346"/>
            <ac:cxnSpMk id="48" creationId="{B54B21C8-84D6-11A3-00B8-A4409F8E38CD}"/>
          </ac:cxnSpMkLst>
        </pc:cxnChg>
        <pc:cxnChg chg="add mod ord">
          <ac:chgData name="Leon Volles" userId="ff76d95f-eff0-4c4f-990e-0c2358983a9b" providerId="ADAL" clId="{F32C492A-F749-4772-B9BC-D9F6D7CE08FE}" dt="2025-09-24T05:53:07.062" v="345" actId="1038"/>
          <ac:cxnSpMkLst>
            <pc:docMk/>
            <pc:sldMk cId="3722041444" sldId="346"/>
            <ac:cxnSpMk id="49" creationId="{F6DE32B1-34EA-A8ED-BC86-3A5CC890E324}"/>
          </ac:cxnSpMkLst>
        </pc:cxnChg>
      </pc:sldChg>
      <pc:sldChg chg="modSp new del mod">
        <pc:chgData name="Leon Volles" userId="ff76d95f-eff0-4c4f-990e-0c2358983a9b" providerId="ADAL" clId="{F32C492A-F749-4772-B9BC-D9F6D7CE08FE}" dt="2025-09-23T18:48:42.772" v="174" actId="47"/>
        <pc:sldMkLst>
          <pc:docMk/>
          <pc:sldMk cId="2184028464" sldId="347"/>
        </pc:sldMkLst>
        <pc:spChg chg="mod">
          <ac:chgData name="Leon Volles" userId="ff76d95f-eff0-4c4f-990e-0c2358983a9b" providerId="ADAL" clId="{F32C492A-F749-4772-B9BC-D9F6D7CE08FE}" dt="2025-09-23T18:36:04.940" v="52" actId="20577"/>
          <ac:spMkLst>
            <pc:docMk/>
            <pc:sldMk cId="2184028464" sldId="347"/>
            <ac:spMk id="2" creationId="{C02EE0A0-3C71-799C-01DC-5C9A89067E43}"/>
          </ac:spMkLst>
        </pc:spChg>
      </pc:sldChg>
      <pc:sldChg chg="new del">
        <pc:chgData name="Leon Volles" userId="ff76d95f-eff0-4c4f-990e-0c2358983a9b" providerId="ADAL" clId="{F32C492A-F749-4772-B9BC-D9F6D7CE08FE}" dt="2025-09-23T18:52:15.692" v="200" actId="47"/>
        <pc:sldMkLst>
          <pc:docMk/>
          <pc:sldMk cId="2864512706" sldId="347"/>
        </pc:sldMkLst>
      </pc:sldChg>
      <pc:sldChg chg="modSp new mod">
        <pc:chgData name="Leon Volles" userId="ff76d95f-eff0-4c4f-990e-0c2358983a9b" providerId="ADAL" clId="{F32C492A-F749-4772-B9BC-D9F6D7CE08FE}" dt="2025-09-24T05:39:01.509" v="303" actId="790"/>
        <pc:sldMkLst>
          <pc:docMk/>
          <pc:sldMk cId="4026421219" sldId="347"/>
        </pc:sldMkLst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4026421219" sldId="347"/>
            <ac:spMk id="2" creationId="{CF1E4FD2-AD1C-B672-6979-D155DBD18E64}"/>
          </ac:spMkLst>
        </pc:spChg>
        <pc:spChg chg="mod">
          <ac:chgData name="Leon Volles" userId="ff76d95f-eff0-4c4f-990e-0c2358983a9b" providerId="ADAL" clId="{F32C492A-F749-4772-B9BC-D9F6D7CE08FE}" dt="2025-09-24T05:39:01.509" v="303" actId="790"/>
          <ac:spMkLst>
            <pc:docMk/>
            <pc:sldMk cId="4026421219" sldId="347"/>
            <ac:spMk id="3" creationId="{032002F6-75BB-6710-772B-9857DF1047E7}"/>
          </ac:spMkLst>
        </pc:spChg>
      </pc:sldChg>
    </pc:docChg>
  </pc:docChgLst>
  <pc:docChgLst>
    <pc:chgData name="Luis Göbes" userId="4c24630b-5943-4c21-9578-122ec42f5900" providerId="ADAL" clId="{3FE79412-D668-402B-AB2B-B59013BEE670}"/>
    <pc:docChg chg="custSel addSld delSld modSld sldOrd">
      <pc:chgData name="Luis Göbes" userId="4c24630b-5943-4c21-9578-122ec42f5900" providerId="ADAL" clId="{3FE79412-D668-402B-AB2B-B59013BEE670}" dt="2025-09-24T06:18:24.939" v="416" actId="1076"/>
      <pc:docMkLst>
        <pc:docMk/>
      </pc:docMkLst>
      <pc:sldChg chg="modSp mod">
        <pc:chgData name="Luis Göbes" userId="4c24630b-5943-4c21-9578-122ec42f5900" providerId="ADAL" clId="{3FE79412-D668-402B-AB2B-B59013BEE670}" dt="2025-09-17T13:15:15.266" v="195" actId="790"/>
        <pc:sldMkLst>
          <pc:docMk/>
          <pc:sldMk cId="1355078289" sldId="256"/>
        </pc:sldMkLst>
        <pc:spChg chg="mod">
          <ac:chgData name="Luis Göbes" userId="4c24630b-5943-4c21-9578-122ec42f5900" providerId="ADAL" clId="{3FE79412-D668-402B-AB2B-B59013BEE670}" dt="2025-09-17T13:15:15.266" v="195" actId="790"/>
          <ac:spMkLst>
            <pc:docMk/>
            <pc:sldMk cId="1355078289" sldId="256"/>
            <ac:spMk id="2" creationId="{00000000-0000-0000-0000-000000000000}"/>
          </ac:spMkLst>
        </pc:spChg>
        <pc:spChg chg="mod">
          <ac:chgData name="Luis Göbes" userId="4c24630b-5943-4c21-9578-122ec42f5900" providerId="ADAL" clId="{3FE79412-D668-402B-AB2B-B59013BEE670}" dt="2025-09-17T13:15:15.266" v="195" actId="790"/>
          <ac:spMkLst>
            <pc:docMk/>
            <pc:sldMk cId="1355078289" sldId="256"/>
            <ac:spMk id="3" creationId="{00000000-0000-0000-0000-000000000000}"/>
          </ac:spMkLst>
        </pc:spChg>
      </pc:sldChg>
      <pc:sldChg chg="addSp delSp modSp mod modClrScheme chgLayout">
        <pc:chgData name="Luis Göbes" userId="4c24630b-5943-4c21-9578-122ec42f5900" providerId="ADAL" clId="{3FE79412-D668-402B-AB2B-B59013BEE670}" dt="2025-09-17T13:52:36.349" v="280"/>
        <pc:sldMkLst>
          <pc:docMk/>
          <pc:sldMk cId="1806861595" sldId="341"/>
        </pc:sldMkLst>
        <pc:spChg chg="mod ord">
          <ac:chgData name="Luis Göbes" userId="4c24630b-5943-4c21-9578-122ec42f5900" providerId="ADAL" clId="{3FE79412-D668-402B-AB2B-B59013BEE670}" dt="2025-09-17T13:52:36.349" v="280"/>
          <ac:spMkLst>
            <pc:docMk/>
            <pc:sldMk cId="1806861595" sldId="341"/>
            <ac:spMk id="2" creationId="{00000000-0000-0000-0000-000000000000}"/>
          </ac:spMkLst>
        </pc:spChg>
        <pc:spChg chg="add del mod ord">
          <ac:chgData name="Luis Göbes" userId="4c24630b-5943-4c21-9578-122ec42f5900" providerId="ADAL" clId="{3FE79412-D668-402B-AB2B-B59013BEE670}" dt="2025-09-17T13:21:41.934" v="232" actId="207"/>
          <ac:spMkLst>
            <pc:docMk/>
            <pc:sldMk cId="1806861595" sldId="341"/>
            <ac:spMk id="3" creationId="{CD2367DD-680B-DB21-889E-833FE4435B99}"/>
          </ac:spMkLst>
        </pc:spChg>
        <pc:spChg chg="add mod">
          <ac:chgData name="Luis Göbes" userId="4c24630b-5943-4c21-9578-122ec42f5900" providerId="ADAL" clId="{3FE79412-D668-402B-AB2B-B59013BEE670}" dt="2025-09-17T13:15:20.728" v="196" actId="790"/>
          <ac:spMkLst>
            <pc:docMk/>
            <pc:sldMk cId="1806861595" sldId="341"/>
            <ac:spMk id="10" creationId="{38E59072-7A86-B196-2916-142FFCFCF4D9}"/>
          </ac:spMkLst>
        </pc:spChg>
        <pc:spChg chg="add mod">
          <ac:chgData name="Luis Göbes" userId="4c24630b-5943-4c21-9578-122ec42f5900" providerId="ADAL" clId="{3FE79412-D668-402B-AB2B-B59013BEE670}" dt="2025-09-17T13:15:20.728" v="196" actId="790"/>
          <ac:spMkLst>
            <pc:docMk/>
            <pc:sldMk cId="1806861595" sldId="341"/>
            <ac:spMk id="11" creationId="{DEC97B3E-DFB8-5359-2203-D97D8F5D2C41}"/>
          </ac:spMkLst>
        </pc:spChg>
        <pc:spChg chg="add mod ord">
          <ac:chgData name="Luis Göbes" userId="4c24630b-5943-4c21-9578-122ec42f5900" providerId="ADAL" clId="{3FE79412-D668-402B-AB2B-B59013BEE670}" dt="2025-09-17T13:21:35.838" v="231" actId="207"/>
          <ac:spMkLst>
            <pc:docMk/>
            <pc:sldMk cId="1806861595" sldId="341"/>
            <ac:spMk id="13" creationId="{4F49C81F-3563-F524-F60A-D1C5F458D657}"/>
          </ac:spMkLst>
        </pc:spChg>
        <pc:grpChg chg="add mod">
          <ac:chgData name="Luis Göbes" userId="4c24630b-5943-4c21-9578-122ec42f5900" providerId="ADAL" clId="{3FE79412-D668-402B-AB2B-B59013BEE670}" dt="2025-09-17T13:14:58.789" v="194" actId="1076"/>
          <ac:grpSpMkLst>
            <pc:docMk/>
            <pc:sldMk cId="1806861595" sldId="341"/>
            <ac:grpSpMk id="12" creationId="{6773974C-5847-AD45-EA87-ACE7EF882EF5}"/>
          </ac:grpSpMkLst>
        </pc:grpChg>
        <pc:picChg chg="add mod">
          <ac:chgData name="Luis Göbes" userId="4c24630b-5943-4c21-9578-122ec42f5900" providerId="ADAL" clId="{3FE79412-D668-402B-AB2B-B59013BEE670}" dt="2025-09-17T13:14:07.539" v="177" actId="1037"/>
          <ac:picMkLst>
            <pc:docMk/>
            <pc:sldMk cId="1806861595" sldId="341"/>
            <ac:picMk id="8" creationId="{978B2B78-D90F-B1A2-70FC-674C6D57A82F}"/>
          </ac:picMkLst>
        </pc:picChg>
      </pc:sldChg>
      <pc:sldChg chg="modSp new mod ord">
        <pc:chgData name="Luis Göbes" userId="4c24630b-5943-4c21-9578-122ec42f5900" providerId="ADAL" clId="{3FE79412-D668-402B-AB2B-B59013BEE670}" dt="2025-09-24T06:18:24.939" v="416" actId="1076"/>
        <pc:sldMkLst>
          <pc:docMk/>
          <pc:sldMk cId="1586418273" sldId="342"/>
        </pc:sldMkLst>
        <pc:spChg chg="mod">
          <ac:chgData name="Luis Göbes" userId="4c24630b-5943-4c21-9578-122ec42f5900" providerId="ADAL" clId="{3FE79412-D668-402B-AB2B-B59013BEE670}" dt="2025-09-17T13:52:16.954" v="274"/>
          <ac:spMkLst>
            <pc:docMk/>
            <pc:sldMk cId="1586418273" sldId="342"/>
            <ac:spMk id="2" creationId="{E67A56B9-4EFA-4353-651A-115DDED3D00B}"/>
          </ac:spMkLst>
        </pc:spChg>
        <pc:picChg chg="mod">
          <ac:chgData name="Luis Göbes" userId="4c24630b-5943-4c21-9578-122ec42f5900" providerId="ADAL" clId="{3FE79412-D668-402B-AB2B-B59013BEE670}" dt="2025-09-24T06:18:24.939" v="416" actId="1076"/>
          <ac:picMkLst>
            <pc:docMk/>
            <pc:sldMk cId="1586418273" sldId="342"/>
            <ac:picMk id="5" creationId="{5B91F091-49E4-7FE7-ABA7-9B218166A743}"/>
          </ac:picMkLst>
        </pc:picChg>
      </pc:sldChg>
      <pc:sldChg chg="modSp new mod">
        <pc:chgData name="Luis Göbes" userId="4c24630b-5943-4c21-9578-122ec42f5900" providerId="ADAL" clId="{3FE79412-D668-402B-AB2B-B59013BEE670}" dt="2025-09-17T13:15:15.266" v="195" actId="790"/>
        <pc:sldMkLst>
          <pc:docMk/>
          <pc:sldMk cId="1921964810" sldId="343"/>
        </pc:sldMkLst>
        <pc:spChg chg="mod">
          <ac:chgData name="Luis Göbes" userId="4c24630b-5943-4c21-9578-122ec42f5900" providerId="ADAL" clId="{3FE79412-D668-402B-AB2B-B59013BEE670}" dt="2025-09-17T13:15:15.266" v="195" actId="790"/>
          <ac:spMkLst>
            <pc:docMk/>
            <pc:sldMk cId="1921964810" sldId="343"/>
            <ac:spMk id="2" creationId="{DBFA7235-47E5-2AD5-6076-05B21DF4FE89}"/>
          </ac:spMkLst>
        </pc:spChg>
        <pc:spChg chg="mod">
          <ac:chgData name="Luis Göbes" userId="4c24630b-5943-4c21-9578-122ec42f5900" providerId="ADAL" clId="{3FE79412-D668-402B-AB2B-B59013BEE670}" dt="2025-09-17T13:15:15.266" v="195" actId="790"/>
          <ac:spMkLst>
            <pc:docMk/>
            <pc:sldMk cId="1921964810" sldId="343"/>
            <ac:spMk id="3" creationId="{4143E281-F50F-3722-7248-F5031B98DB24}"/>
          </ac:spMkLst>
        </pc:spChg>
      </pc:sldChg>
      <pc:sldChg chg="modSp new del">
        <pc:chgData name="Luis Göbes" userId="4c24630b-5943-4c21-9578-122ec42f5900" providerId="ADAL" clId="{3FE79412-D668-402B-AB2B-B59013BEE670}" dt="2025-09-17T13:54:17.015" v="414" actId="47"/>
        <pc:sldMkLst>
          <pc:docMk/>
          <pc:sldMk cId="3895720524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28766-1F48-4717-93DE-E98D42117E6D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0D2D3-FFAA-418E-ADE7-B37CE32F7AC6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93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401318"/>
            <a:ext cx="3599688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608512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401318"/>
            <a:ext cx="3599687" cy="2340864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386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593342"/>
            <a:ext cx="3599688" cy="1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3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608512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4" b="14824"/>
          <a:stretch/>
        </p:blipFill>
        <p:spPr>
          <a:xfrm>
            <a:off x="5076056" y="1879600"/>
            <a:ext cx="3599687" cy="13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6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0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688876"/>
            <a:ext cx="1559230" cy="316835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63688" y="3305176"/>
            <a:ext cx="6912767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63688" y="2180035"/>
            <a:ext cx="6912767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763688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38872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945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t="11823" r="55607" b="15611"/>
          <a:stretch/>
        </p:blipFill>
        <p:spPr>
          <a:xfrm>
            <a:off x="0" y="504911"/>
            <a:ext cx="1613093" cy="346705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63688" y="3305176"/>
            <a:ext cx="6912767" cy="1021556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63688" y="2180035"/>
            <a:ext cx="6912767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763688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38872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039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62832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62832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1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8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23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473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3816474"/>
            <a:ext cx="8208912" cy="425054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36518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7544" y="4241527"/>
            <a:ext cx="8208912" cy="418455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234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3219822"/>
            <a:ext cx="324036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995936" y="0"/>
            <a:ext cx="5148064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3644875"/>
            <a:ext cx="324036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0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Image avec légen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995686"/>
            <a:ext cx="3240360" cy="425054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76654" y="31509"/>
            <a:ext cx="5015826" cy="5094330"/>
          </a:xfrm>
          <a:custGeom>
            <a:avLst/>
            <a:gdLst>
              <a:gd name="connsiteX0" fmla="*/ 0 w 3708000"/>
              <a:gd name="connsiteY0" fmla="*/ 1854000 h 3708000"/>
              <a:gd name="connsiteX1" fmla="*/ 1854000 w 3708000"/>
              <a:gd name="connsiteY1" fmla="*/ 0 h 3708000"/>
              <a:gd name="connsiteX2" fmla="*/ 3708000 w 3708000"/>
              <a:gd name="connsiteY2" fmla="*/ 1854000 h 3708000"/>
              <a:gd name="connsiteX3" fmla="*/ 1854000 w 3708000"/>
              <a:gd name="connsiteY3" fmla="*/ 3708000 h 3708000"/>
              <a:gd name="connsiteX4" fmla="*/ 0 w 3708000"/>
              <a:gd name="connsiteY4" fmla="*/ 1854000 h 3708000"/>
              <a:gd name="connsiteX0" fmla="*/ 0 w 3708000"/>
              <a:gd name="connsiteY0" fmla="*/ 1854000 h 3708000"/>
              <a:gd name="connsiteX1" fmla="*/ 1854000 w 3708000"/>
              <a:gd name="connsiteY1" fmla="*/ 0 h 3708000"/>
              <a:gd name="connsiteX2" fmla="*/ 2026777 w 3708000"/>
              <a:gd name="connsiteY2" fmla="*/ 178802 h 3708000"/>
              <a:gd name="connsiteX3" fmla="*/ 3708000 w 3708000"/>
              <a:gd name="connsiteY3" fmla="*/ 1854000 h 3708000"/>
              <a:gd name="connsiteX4" fmla="*/ 1854000 w 3708000"/>
              <a:gd name="connsiteY4" fmla="*/ 3708000 h 3708000"/>
              <a:gd name="connsiteX5" fmla="*/ 0 w 3708000"/>
              <a:gd name="connsiteY5" fmla="*/ 1854000 h 3708000"/>
              <a:gd name="connsiteX0" fmla="*/ 0 w 3708000"/>
              <a:gd name="connsiteY0" fmla="*/ 1854000 h 3708000"/>
              <a:gd name="connsiteX1" fmla="*/ 1676734 w 3708000"/>
              <a:gd name="connsiteY1" fmla="*/ 169277 h 3708000"/>
              <a:gd name="connsiteX2" fmla="*/ 1854000 w 3708000"/>
              <a:gd name="connsiteY2" fmla="*/ 0 h 3708000"/>
              <a:gd name="connsiteX3" fmla="*/ 2026777 w 3708000"/>
              <a:gd name="connsiteY3" fmla="*/ 178802 h 3708000"/>
              <a:gd name="connsiteX4" fmla="*/ 3708000 w 3708000"/>
              <a:gd name="connsiteY4" fmla="*/ 1854000 h 3708000"/>
              <a:gd name="connsiteX5" fmla="*/ 1854000 w 3708000"/>
              <a:gd name="connsiteY5" fmla="*/ 3708000 h 3708000"/>
              <a:gd name="connsiteX6" fmla="*/ 0 w 3708000"/>
              <a:gd name="connsiteY6" fmla="*/ 1854000 h 3708000"/>
              <a:gd name="connsiteX0" fmla="*/ 0 w 3708000"/>
              <a:gd name="connsiteY0" fmla="*/ 1684723 h 3538723"/>
              <a:gd name="connsiteX1" fmla="*/ 1676734 w 3708000"/>
              <a:gd name="connsiteY1" fmla="*/ 0 h 3538723"/>
              <a:gd name="connsiteX2" fmla="*/ 2026777 w 3708000"/>
              <a:gd name="connsiteY2" fmla="*/ 9525 h 3538723"/>
              <a:gd name="connsiteX3" fmla="*/ 3708000 w 3708000"/>
              <a:gd name="connsiteY3" fmla="*/ 1684723 h 3538723"/>
              <a:gd name="connsiteX4" fmla="*/ 1854000 w 3708000"/>
              <a:gd name="connsiteY4" fmla="*/ 3538723 h 3538723"/>
              <a:gd name="connsiteX5" fmla="*/ 0 w 3708000"/>
              <a:gd name="connsiteY5" fmla="*/ 1684723 h 3538723"/>
              <a:gd name="connsiteX0" fmla="*/ 0 w 3708000"/>
              <a:gd name="connsiteY0" fmla="*/ 1793761 h 3647761"/>
              <a:gd name="connsiteX1" fmla="*/ 1676734 w 3708000"/>
              <a:gd name="connsiteY1" fmla="*/ 109038 h 3647761"/>
              <a:gd name="connsiteX2" fmla="*/ 2026777 w 3708000"/>
              <a:gd name="connsiteY2" fmla="*/ 118563 h 3647761"/>
              <a:gd name="connsiteX3" fmla="*/ 3708000 w 3708000"/>
              <a:gd name="connsiteY3" fmla="*/ 1793761 h 3647761"/>
              <a:gd name="connsiteX4" fmla="*/ 1854000 w 3708000"/>
              <a:gd name="connsiteY4" fmla="*/ 3647761 h 3647761"/>
              <a:gd name="connsiteX5" fmla="*/ 0 w 3708000"/>
              <a:gd name="connsiteY5" fmla="*/ 1793761 h 3647761"/>
              <a:gd name="connsiteX0" fmla="*/ 0 w 3708000"/>
              <a:gd name="connsiteY0" fmla="*/ 1862320 h 3716320"/>
              <a:gd name="connsiteX1" fmla="*/ 1676734 w 3708000"/>
              <a:gd name="connsiteY1" fmla="*/ 177597 h 3716320"/>
              <a:gd name="connsiteX2" fmla="*/ 2026777 w 3708000"/>
              <a:gd name="connsiteY2" fmla="*/ 187122 h 3716320"/>
              <a:gd name="connsiteX3" fmla="*/ 3708000 w 3708000"/>
              <a:gd name="connsiteY3" fmla="*/ 1862320 h 3716320"/>
              <a:gd name="connsiteX4" fmla="*/ 1854000 w 3708000"/>
              <a:gd name="connsiteY4" fmla="*/ 3716320 h 3716320"/>
              <a:gd name="connsiteX5" fmla="*/ 0 w 3708000"/>
              <a:gd name="connsiteY5" fmla="*/ 1862320 h 3716320"/>
              <a:gd name="connsiteX0" fmla="*/ 0 w 3708000"/>
              <a:gd name="connsiteY0" fmla="*/ 1847218 h 3701218"/>
              <a:gd name="connsiteX1" fmla="*/ 1676734 w 3708000"/>
              <a:gd name="connsiteY1" fmla="*/ 162495 h 3701218"/>
              <a:gd name="connsiteX2" fmla="*/ 2026777 w 3708000"/>
              <a:gd name="connsiteY2" fmla="*/ 172020 h 3701218"/>
              <a:gd name="connsiteX3" fmla="*/ 3708000 w 3708000"/>
              <a:gd name="connsiteY3" fmla="*/ 1847218 h 3701218"/>
              <a:gd name="connsiteX4" fmla="*/ 1854000 w 3708000"/>
              <a:gd name="connsiteY4" fmla="*/ 3701218 h 3701218"/>
              <a:gd name="connsiteX5" fmla="*/ 0 w 3708000"/>
              <a:gd name="connsiteY5" fmla="*/ 1847218 h 3701218"/>
              <a:gd name="connsiteX0" fmla="*/ 0 w 3708000"/>
              <a:gd name="connsiteY0" fmla="*/ 1827445 h 3681445"/>
              <a:gd name="connsiteX1" fmla="*/ 1676734 w 3708000"/>
              <a:gd name="connsiteY1" fmla="*/ 142722 h 3681445"/>
              <a:gd name="connsiteX2" fmla="*/ 2026777 w 3708000"/>
              <a:gd name="connsiteY2" fmla="*/ 152247 h 3681445"/>
              <a:gd name="connsiteX3" fmla="*/ 3708000 w 3708000"/>
              <a:gd name="connsiteY3" fmla="*/ 1827445 h 3681445"/>
              <a:gd name="connsiteX4" fmla="*/ 1854000 w 3708000"/>
              <a:gd name="connsiteY4" fmla="*/ 3681445 h 3681445"/>
              <a:gd name="connsiteX5" fmla="*/ 0 w 3708000"/>
              <a:gd name="connsiteY5" fmla="*/ 1827445 h 3681445"/>
              <a:gd name="connsiteX0" fmla="*/ 0 w 3708000"/>
              <a:gd name="connsiteY0" fmla="*/ 1813232 h 3667232"/>
              <a:gd name="connsiteX1" fmla="*/ 1676734 w 3708000"/>
              <a:gd name="connsiteY1" fmla="*/ 128509 h 3667232"/>
              <a:gd name="connsiteX2" fmla="*/ 2026777 w 3708000"/>
              <a:gd name="connsiteY2" fmla="*/ 138034 h 3667232"/>
              <a:gd name="connsiteX3" fmla="*/ 3708000 w 3708000"/>
              <a:gd name="connsiteY3" fmla="*/ 1813232 h 3667232"/>
              <a:gd name="connsiteX4" fmla="*/ 1854000 w 3708000"/>
              <a:gd name="connsiteY4" fmla="*/ 3667232 h 3667232"/>
              <a:gd name="connsiteX5" fmla="*/ 0 w 3708000"/>
              <a:gd name="connsiteY5" fmla="*/ 1813232 h 3667232"/>
              <a:gd name="connsiteX0" fmla="*/ 0 w 3708000"/>
              <a:gd name="connsiteY0" fmla="*/ 1792525 h 3646525"/>
              <a:gd name="connsiteX1" fmla="*/ 1676734 w 3708000"/>
              <a:gd name="connsiteY1" fmla="*/ 107802 h 3646525"/>
              <a:gd name="connsiteX2" fmla="*/ 2026777 w 3708000"/>
              <a:gd name="connsiteY2" fmla="*/ 117327 h 3646525"/>
              <a:gd name="connsiteX3" fmla="*/ 3708000 w 3708000"/>
              <a:gd name="connsiteY3" fmla="*/ 1792525 h 3646525"/>
              <a:gd name="connsiteX4" fmla="*/ 1854000 w 3708000"/>
              <a:gd name="connsiteY4" fmla="*/ 3646525 h 3646525"/>
              <a:gd name="connsiteX5" fmla="*/ 0 w 3708000"/>
              <a:gd name="connsiteY5" fmla="*/ 1792525 h 3646525"/>
              <a:gd name="connsiteX0" fmla="*/ 0 w 3708000"/>
              <a:gd name="connsiteY0" fmla="*/ 1801788 h 3655788"/>
              <a:gd name="connsiteX1" fmla="*/ 1676734 w 3708000"/>
              <a:gd name="connsiteY1" fmla="*/ 117065 h 3655788"/>
              <a:gd name="connsiteX2" fmla="*/ 2026777 w 3708000"/>
              <a:gd name="connsiteY2" fmla="*/ 126590 h 3655788"/>
              <a:gd name="connsiteX3" fmla="*/ 3708000 w 3708000"/>
              <a:gd name="connsiteY3" fmla="*/ 1801788 h 3655788"/>
              <a:gd name="connsiteX4" fmla="*/ 1854000 w 3708000"/>
              <a:gd name="connsiteY4" fmla="*/ 3655788 h 3655788"/>
              <a:gd name="connsiteX5" fmla="*/ 0 w 3708000"/>
              <a:gd name="connsiteY5" fmla="*/ 1801788 h 3655788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708000 w 3708000"/>
              <a:gd name="connsiteY3" fmla="*/ 1804327 h 3658327"/>
              <a:gd name="connsiteX4" fmla="*/ 1854000 w 3708000"/>
              <a:gd name="connsiteY4" fmla="*/ 3658327 h 3658327"/>
              <a:gd name="connsiteX5" fmla="*/ 0 w 3708000"/>
              <a:gd name="connsiteY5" fmla="*/ 1804327 h 3658327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708000 w 3708000"/>
              <a:gd name="connsiteY3" fmla="*/ 1804327 h 3658327"/>
              <a:gd name="connsiteX4" fmla="*/ 3546015 w 3708000"/>
              <a:gd name="connsiteY4" fmla="*/ 1967454 h 3658327"/>
              <a:gd name="connsiteX5" fmla="*/ 1854000 w 3708000"/>
              <a:gd name="connsiteY5" fmla="*/ 3658327 h 3658327"/>
              <a:gd name="connsiteX6" fmla="*/ 0 w 3708000"/>
              <a:gd name="connsiteY6" fmla="*/ 1804327 h 3658327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550777 w 3708000"/>
              <a:gd name="connsiteY3" fmla="*/ 1645985 h 3658327"/>
              <a:gd name="connsiteX4" fmla="*/ 3708000 w 3708000"/>
              <a:gd name="connsiteY4" fmla="*/ 1804327 h 3658327"/>
              <a:gd name="connsiteX5" fmla="*/ 3546015 w 3708000"/>
              <a:gd name="connsiteY5" fmla="*/ 1967454 h 3658327"/>
              <a:gd name="connsiteX6" fmla="*/ 1854000 w 3708000"/>
              <a:gd name="connsiteY6" fmla="*/ 3658327 h 3658327"/>
              <a:gd name="connsiteX7" fmla="*/ 0 w 3708000"/>
              <a:gd name="connsiteY7" fmla="*/ 1804327 h 3658327"/>
              <a:gd name="connsiteX0" fmla="*/ 0 w 3550777"/>
              <a:gd name="connsiteY0" fmla="*/ 1804327 h 3658327"/>
              <a:gd name="connsiteX1" fmla="*/ 1676734 w 3550777"/>
              <a:gd name="connsiteY1" fmla="*/ 119604 h 3658327"/>
              <a:gd name="connsiteX2" fmla="*/ 2026777 w 3550777"/>
              <a:gd name="connsiteY2" fmla="*/ 129129 h 3658327"/>
              <a:gd name="connsiteX3" fmla="*/ 3550777 w 3550777"/>
              <a:gd name="connsiteY3" fmla="*/ 1645985 h 3658327"/>
              <a:gd name="connsiteX4" fmla="*/ 3546015 w 3550777"/>
              <a:gd name="connsiteY4" fmla="*/ 1967454 h 3658327"/>
              <a:gd name="connsiteX5" fmla="*/ 1854000 w 3550777"/>
              <a:gd name="connsiteY5" fmla="*/ 3658327 h 3658327"/>
              <a:gd name="connsiteX6" fmla="*/ 0 w 3550777"/>
              <a:gd name="connsiteY6" fmla="*/ 1804327 h 3658327"/>
              <a:gd name="connsiteX0" fmla="*/ 0 w 3616935"/>
              <a:gd name="connsiteY0" fmla="*/ 1804327 h 3658327"/>
              <a:gd name="connsiteX1" fmla="*/ 1676734 w 3616935"/>
              <a:gd name="connsiteY1" fmla="*/ 119604 h 3658327"/>
              <a:gd name="connsiteX2" fmla="*/ 2026777 w 3616935"/>
              <a:gd name="connsiteY2" fmla="*/ 129129 h 3658327"/>
              <a:gd name="connsiteX3" fmla="*/ 3550777 w 3616935"/>
              <a:gd name="connsiteY3" fmla="*/ 1645985 h 3658327"/>
              <a:gd name="connsiteX4" fmla="*/ 3546015 w 3616935"/>
              <a:gd name="connsiteY4" fmla="*/ 1967454 h 3658327"/>
              <a:gd name="connsiteX5" fmla="*/ 1854000 w 3616935"/>
              <a:gd name="connsiteY5" fmla="*/ 3658327 h 3658327"/>
              <a:gd name="connsiteX6" fmla="*/ 0 w 3616935"/>
              <a:gd name="connsiteY6" fmla="*/ 1804327 h 3658327"/>
              <a:gd name="connsiteX0" fmla="*/ 0 w 3672630"/>
              <a:gd name="connsiteY0" fmla="*/ 1804327 h 3658327"/>
              <a:gd name="connsiteX1" fmla="*/ 1676734 w 3672630"/>
              <a:gd name="connsiteY1" fmla="*/ 119604 h 3658327"/>
              <a:gd name="connsiteX2" fmla="*/ 2026777 w 3672630"/>
              <a:gd name="connsiteY2" fmla="*/ 129129 h 3658327"/>
              <a:gd name="connsiteX3" fmla="*/ 3550777 w 3672630"/>
              <a:gd name="connsiteY3" fmla="*/ 1645985 h 3658327"/>
              <a:gd name="connsiteX4" fmla="*/ 3546015 w 3672630"/>
              <a:gd name="connsiteY4" fmla="*/ 1967454 h 3658327"/>
              <a:gd name="connsiteX5" fmla="*/ 1854000 w 3672630"/>
              <a:gd name="connsiteY5" fmla="*/ 3658327 h 3658327"/>
              <a:gd name="connsiteX6" fmla="*/ 0 w 3672630"/>
              <a:gd name="connsiteY6" fmla="*/ 1804327 h 3658327"/>
              <a:gd name="connsiteX0" fmla="*/ 0 w 3668977"/>
              <a:gd name="connsiteY0" fmla="*/ 1804327 h 3658327"/>
              <a:gd name="connsiteX1" fmla="*/ 1676734 w 3668977"/>
              <a:gd name="connsiteY1" fmla="*/ 119604 h 3658327"/>
              <a:gd name="connsiteX2" fmla="*/ 2026777 w 3668977"/>
              <a:gd name="connsiteY2" fmla="*/ 129129 h 3658327"/>
              <a:gd name="connsiteX3" fmla="*/ 3550777 w 3668977"/>
              <a:gd name="connsiteY3" fmla="*/ 1645985 h 3658327"/>
              <a:gd name="connsiteX4" fmla="*/ 3546015 w 3668977"/>
              <a:gd name="connsiteY4" fmla="*/ 1967454 h 3658327"/>
              <a:gd name="connsiteX5" fmla="*/ 1854000 w 3668977"/>
              <a:gd name="connsiteY5" fmla="*/ 3658327 h 3658327"/>
              <a:gd name="connsiteX6" fmla="*/ 0 w 3668977"/>
              <a:gd name="connsiteY6" fmla="*/ 1804327 h 3658327"/>
              <a:gd name="connsiteX0" fmla="*/ 0 w 3668977"/>
              <a:gd name="connsiteY0" fmla="*/ 1804327 h 3658327"/>
              <a:gd name="connsiteX1" fmla="*/ 290847 w 3668977"/>
              <a:gd name="connsiteY1" fmla="*/ 1512635 h 3658327"/>
              <a:gd name="connsiteX2" fmla="*/ 1676734 w 3668977"/>
              <a:gd name="connsiteY2" fmla="*/ 119604 h 3658327"/>
              <a:gd name="connsiteX3" fmla="*/ 2026777 w 3668977"/>
              <a:gd name="connsiteY3" fmla="*/ 129129 h 3658327"/>
              <a:gd name="connsiteX4" fmla="*/ 3550777 w 3668977"/>
              <a:gd name="connsiteY4" fmla="*/ 1645985 h 3658327"/>
              <a:gd name="connsiteX5" fmla="*/ 3546015 w 3668977"/>
              <a:gd name="connsiteY5" fmla="*/ 1967454 h 3658327"/>
              <a:gd name="connsiteX6" fmla="*/ 1854000 w 3668977"/>
              <a:gd name="connsiteY6" fmla="*/ 3658327 h 3658327"/>
              <a:gd name="connsiteX7" fmla="*/ 0 w 3668977"/>
              <a:gd name="connsiteY7" fmla="*/ 1804327 h 3658327"/>
              <a:gd name="connsiteX0" fmla="*/ 0 w 3668977"/>
              <a:gd name="connsiteY0" fmla="*/ 1804327 h 3658327"/>
              <a:gd name="connsiteX1" fmla="*/ 290847 w 3668977"/>
              <a:gd name="connsiteY1" fmla="*/ 1512635 h 3658327"/>
              <a:gd name="connsiteX2" fmla="*/ 1676734 w 3668977"/>
              <a:gd name="connsiteY2" fmla="*/ 119604 h 3658327"/>
              <a:gd name="connsiteX3" fmla="*/ 2026777 w 3668977"/>
              <a:gd name="connsiteY3" fmla="*/ 129129 h 3658327"/>
              <a:gd name="connsiteX4" fmla="*/ 3550777 w 3668977"/>
              <a:gd name="connsiteY4" fmla="*/ 1645985 h 3658327"/>
              <a:gd name="connsiteX5" fmla="*/ 3546015 w 3668977"/>
              <a:gd name="connsiteY5" fmla="*/ 1967454 h 3658327"/>
              <a:gd name="connsiteX6" fmla="*/ 1854000 w 3668977"/>
              <a:gd name="connsiteY6" fmla="*/ 3658327 h 3658327"/>
              <a:gd name="connsiteX7" fmla="*/ 262272 w 3668977"/>
              <a:gd name="connsiteY7" fmla="*/ 2067466 h 3658327"/>
              <a:gd name="connsiteX8" fmla="*/ 0 w 3668977"/>
              <a:gd name="connsiteY8" fmla="*/ 1804327 h 3658327"/>
              <a:gd name="connsiteX0" fmla="*/ 0 w 3406705"/>
              <a:gd name="connsiteY0" fmla="*/ 2067466 h 3658327"/>
              <a:gd name="connsiteX1" fmla="*/ 28575 w 3406705"/>
              <a:gd name="connsiteY1" fmla="*/ 1512635 h 3658327"/>
              <a:gd name="connsiteX2" fmla="*/ 1414462 w 3406705"/>
              <a:gd name="connsiteY2" fmla="*/ 119604 h 3658327"/>
              <a:gd name="connsiteX3" fmla="*/ 1764505 w 3406705"/>
              <a:gd name="connsiteY3" fmla="*/ 129129 h 3658327"/>
              <a:gd name="connsiteX4" fmla="*/ 3288505 w 3406705"/>
              <a:gd name="connsiteY4" fmla="*/ 1645985 h 3658327"/>
              <a:gd name="connsiteX5" fmla="*/ 3283743 w 3406705"/>
              <a:gd name="connsiteY5" fmla="*/ 1967454 h 3658327"/>
              <a:gd name="connsiteX6" fmla="*/ 1591728 w 3406705"/>
              <a:gd name="connsiteY6" fmla="*/ 3658327 h 3658327"/>
              <a:gd name="connsiteX7" fmla="*/ 0 w 3406705"/>
              <a:gd name="connsiteY7" fmla="*/ 2067466 h 3658327"/>
              <a:gd name="connsiteX0" fmla="*/ 227665 w 3634370"/>
              <a:gd name="connsiteY0" fmla="*/ 2067466 h 3658327"/>
              <a:gd name="connsiteX1" fmla="*/ 256240 w 3634370"/>
              <a:gd name="connsiteY1" fmla="*/ 1512635 h 3658327"/>
              <a:gd name="connsiteX2" fmla="*/ 1642127 w 3634370"/>
              <a:gd name="connsiteY2" fmla="*/ 119604 h 3658327"/>
              <a:gd name="connsiteX3" fmla="*/ 1992170 w 3634370"/>
              <a:gd name="connsiteY3" fmla="*/ 129129 h 3658327"/>
              <a:gd name="connsiteX4" fmla="*/ 3516170 w 3634370"/>
              <a:gd name="connsiteY4" fmla="*/ 1645985 h 3658327"/>
              <a:gd name="connsiteX5" fmla="*/ 3511408 w 3634370"/>
              <a:gd name="connsiteY5" fmla="*/ 1967454 h 3658327"/>
              <a:gd name="connsiteX6" fmla="*/ 1819393 w 3634370"/>
              <a:gd name="connsiteY6" fmla="*/ 3658327 h 3658327"/>
              <a:gd name="connsiteX7" fmla="*/ 227665 w 3634370"/>
              <a:gd name="connsiteY7" fmla="*/ 2067466 h 3658327"/>
              <a:gd name="connsiteX0" fmla="*/ 306641 w 3713346"/>
              <a:gd name="connsiteY0" fmla="*/ 2067466 h 3658327"/>
              <a:gd name="connsiteX1" fmla="*/ 335216 w 3713346"/>
              <a:gd name="connsiteY1" fmla="*/ 1512635 h 3658327"/>
              <a:gd name="connsiteX2" fmla="*/ 1721103 w 3713346"/>
              <a:gd name="connsiteY2" fmla="*/ 119604 h 3658327"/>
              <a:gd name="connsiteX3" fmla="*/ 2071146 w 3713346"/>
              <a:gd name="connsiteY3" fmla="*/ 129129 h 3658327"/>
              <a:gd name="connsiteX4" fmla="*/ 3595146 w 3713346"/>
              <a:gd name="connsiteY4" fmla="*/ 1645985 h 3658327"/>
              <a:gd name="connsiteX5" fmla="*/ 3590384 w 3713346"/>
              <a:gd name="connsiteY5" fmla="*/ 1967454 h 3658327"/>
              <a:gd name="connsiteX6" fmla="*/ 1898369 w 3713346"/>
              <a:gd name="connsiteY6" fmla="*/ 3658327 h 3658327"/>
              <a:gd name="connsiteX7" fmla="*/ 306641 w 3713346"/>
              <a:gd name="connsiteY7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499260 w 3617460"/>
              <a:gd name="connsiteY4" fmla="*/ 1645985 h 3658327"/>
              <a:gd name="connsiteX5" fmla="*/ 3494498 w 3617460"/>
              <a:gd name="connsiteY5" fmla="*/ 1967454 h 3658327"/>
              <a:gd name="connsiteX6" fmla="*/ 1802483 w 3617460"/>
              <a:gd name="connsiteY6" fmla="*/ 3658327 h 3658327"/>
              <a:gd name="connsiteX7" fmla="*/ 210755 w 3617460"/>
              <a:gd name="connsiteY7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394486 w 3617460"/>
              <a:gd name="connsiteY4" fmla="*/ 1545972 h 3658327"/>
              <a:gd name="connsiteX5" fmla="*/ 3499260 w 3617460"/>
              <a:gd name="connsiteY5" fmla="*/ 1645985 h 3658327"/>
              <a:gd name="connsiteX6" fmla="*/ 3494498 w 3617460"/>
              <a:gd name="connsiteY6" fmla="*/ 1967454 h 3658327"/>
              <a:gd name="connsiteX7" fmla="*/ 1802483 w 3617460"/>
              <a:gd name="connsiteY7" fmla="*/ 3658327 h 3658327"/>
              <a:gd name="connsiteX8" fmla="*/ 210755 w 3617460"/>
              <a:gd name="connsiteY8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394486 w 3617460"/>
              <a:gd name="connsiteY4" fmla="*/ 1545972 h 3658327"/>
              <a:gd name="connsiteX5" fmla="*/ 3499260 w 3617460"/>
              <a:gd name="connsiteY5" fmla="*/ 1645985 h 3658327"/>
              <a:gd name="connsiteX6" fmla="*/ 3494498 w 3617460"/>
              <a:gd name="connsiteY6" fmla="*/ 1967454 h 3658327"/>
              <a:gd name="connsiteX7" fmla="*/ 3401630 w 3617460"/>
              <a:gd name="connsiteY7" fmla="*/ 2065085 h 3658327"/>
              <a:gd name="connsiteX8" fmla="*/ 1802483 w 3617460"/>
              <a:gd name="connsiteY8" fmla="*/ 3658327 h 3658327"/>
              <a:gd name="connsiteX9" fmla="*/ 210755 w 3617460"/>
              <a:gd name="connsiteY9" fmla="*/ 2067466 h 3658327"/>
              <a:gd name="connsiteX0" fmla="*/ 210755 w 3559171"/>
              <a:gd name="connsiteY0" fmla="*/ 2067466 h 3658327"/>
              <a:gd name="connsiteX1" fmla="*/ 239330 w 3559171"/>
              <a:gd name="connsiteY1" fmla="*/ 1512635 h 3658327"/>
              <a:gd name="connsiteX2" fmla="*/ 1625217 w 3559171"/>
              <a:gd name="connsiteY2" fmla="*/ 119604 h 3658327"/>
              <a:gd name="connsiteX3" fmla="*/ 1975260 w 3559171"/>
              <a:gd name="connsiteY3" fmla="*/ 129129 h 3658327"/>
              <a:gd name="connsiteX4" fmla="*/ 3394486 w 3559171"/>
              <a:gd name="connsiteY4" fmla="*/ 1545972 h 3658327"/>
              <a:gd name="connsiteX5" fmla="*/ 3499260 w 3559171"/>
              <a:gd name="connsiteY5" fmla="*/ 1645985 h 3658327"/>
              <a:gd name="connsiteX6" fmla="*/ 3401630 w 3559171"/>
              <a:gd name="connsiteY6" fmla="*/ 2065085 h 3658327"/>
              <a:gd name="connsiteX7" fmla="*/ 1802483 w 3559171"/>
              <a:gd name="connsiteY7" fmla="*/ 3658327 h 3658327"/>
              <a:gd name="connsiteX8" fmla="*/ 210755 w 3559171"/>
              <a:gd name="connsiteY8" fmla="*/ 2067466 h 3658327"/>
              <a:gd name="connsiteX0" fmla="*/ 210755 w 3401630"/>
              <a:gd name="connsiteY0" fmla="*/ 2067466 h 3658327"/>
              <a:gd name="connsiteX1" fmla="*/ 239330 w 3401630"/>
              <a:gd name="connsiteY1" fmla="*/ 1512635 h 3658327"/>
              <a:gd name="connsiteX2" fmla="*/ 1625217 w 3401630"/>
              <a:gd name="connsiteY2" fmla="*/ 119604 h 3658327"/>
              <a:gd name="connsiteX3" fmla="*/ 1975260 w 3401630"/>
              <a:gd name="connsiteY3" fmla="*/ 129129 h 3658327"/>
              <a:gd name="connsiteX4" fmla="*/ 3394486 w 3401630"/>
              <a:gd name="connsiteY4" fmla="*/ 1545972 h 3658327"/>
              <a:gd name="connsiteX5" fmla="*/ 3401630 w 3401630"/>
              <a:gd name="connsiteY5" fmla="*/ 2065085 h 3658327"/>
              <a:gd name="connsiteX6" fmla="*/ 1802483 w 3401630"/>
              <a:gd name="connsiteY6" fmla="*/ 3658327 h 3658327"/>
              <a:gd name="connsiteX7" fmla="*/ 210755 w 3401630"/>
              <a:gd name="connsiteY7" fmla="*/ 2067466 h 3658327"/>
              <a:gd name="connsiteX0" fmla="*/ 210755 w 3517532"/>
              <a:gd name="connsiteY0" fmla="*/ 2067466 h 3658327"/>
              <a:gd name="connsiteX1" fmla="*/ 239330 w 3517532"/>
              <a:gd name="connsiteY1" fmla="*/ 1512635 h 3658327"/>
              <a:gd name="connsiteX2" fmla="*/ 1625217 w 3517532"/>
              <a:gd name="connsiteY2" fmla="*/ 119604 h 3658327"/>
              <a:gd name="connsiteX3" fmla="*/ 1975260 w 3517532"/>
              <a:gd name="connsiteY3" fmla="*/ 129129 h 3658327"/>
              <a:gd name="connsiteX4" fmla="*/ 3394486 w 3517532"/>
              <a:gd name="connsiteY4" fmla="*/ 1545972 h 3658327"/>
              <a:gd name="connsiteX5" fmla="*/ 3401630 w 3517532"/>
              <a:gd name="connsiteY5" fmla="*/ 2065085 h 3658327"/>
              <a:gd name="connsiteX6" fmla="*/ 1802483 w 3517532"/>
              <a:gd name="connsiteY6" fmla="*/ 3658327 h 3658327"/>
              <a:gd name="connsiteX7" fmla="*/ 210755 w 3517532"/>
              <a:gd name="connsiteY7" fmla="*/ 2067466 h 3658327"/>
              <a:gd name="connsiteX0" fmla="*/ 210755 w 3579812"/>
              <a:gd name="connsiteY0" fmla="*/ 2067466 h 3658327"/>
              <a:gd name="connsiteX1" fmla="*/ 239330 w 3579812"/>
              <a:gd name="connsiteY1" fmla="*/ 1512635 h 3658327"/>
              <a:gd name="connsiteX2" fmla="*/ 1625217 w 3579812"/>
              <a:gd name="connsiteY2" fmla="*/ 119604 h 3658327"/>
              <a:gd name="connsiteX3" fmla="*/ 1975260 w 3579812"/>
              <a:gd name="connsiteY3" fmla="*/ 129129 h 3658327"/>
              <a:gd name="connsiteX4" fmla="*/ 3394486 w 3579812"/>
              <a:gd name="connsiteY4" fmla="*/ 1545972 h 3658327"/>
              <a:gd name="connsiteX5" fmla="*/ 3401630 w 3579812"/>
              <a:gd name="connsiteY5" fmla="*/ 2065085 h 3658327"/>
              <a:gd name="connsiteX6" fmla="*/ 1802483 w 3579812"/>
              <a:gd name="connsiteY6" fmla="*/ 3658327 h 3658327"/>
              <a:gd name="connsiteX7" fmla="*/ 210755 w 3579812"/>
              <a:gd name="connsiteY7" fmla="*/ 2067466 h 3658327"/>
              <a:gd name="connsiteX0" fmla="*/ 210755 w 3579812"/>
              <a:gd name="connsiteY0" fmla="*/ 2065050 h 3655911"/>
              <a:gd name="connsiteX1" fmla="*/ 239330 w 3579812"/>
              <a:gd name="connsiteY1" fmla="*/ 1510219 h 3655911"/>
              <a:gd name="connsiteX2" fmla="*/ 1625217 w 3579812"/>
              <a:gd name="connsiteY2" fmla="*/ 117188 h 3655911"/>
              <a:gd name="connsiteX3" fmla="*/ 1975260 w 3579812"/>
              <a:gd name="connsiteY3" fmla="*/ 126713 h 3655911"/>
              <a:gd name="connsiteX4" fmla="*/ 3394486 w 3579812"/>
              <a:gd name="connsiteY4" fmla="*/ 1543556 h 3655911"/>
              <a:gd name="connsiteX5" fmla="*/ 3401630 w 3579812"/>
              <a:gd name="connsiteY5" fmla="*/ 2062669 h 3655911"/>
              <a:gd name="connsiteX6" fmla="*/ 1802483 w 3579812"/>
              <a:gd name="connsiteY6" fmla="*/ 3655911 h 3655911"/>
              <a:gd name="connsiteX7" fmla="*/ 210755 w 3579812"/>
              <a:gd name="connsiteY7" fmla="*/ 2065050 h 3655911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625217 w 3579812"/>
              <a:gd name="connsiteY2" fmla="*/ 118531 h 3657254"/>
              <a:gd name="connsiteX3" fmla="*/ 1975260 w 3579812"/>
              <a:gd name="connsiteY3" fmla="*/ 128056 h 3657254"/>
              <a:gd name="connsiteX4" fmla="*/ 3394486 w 3579812"/>
              <a:gd name="connsiteY4" fmla="*/ 1544899 h 3657254"/>
              <a:gd name="connsiteX5" fmla="*/ 3401630 w 3579812"/>
              <a:gd name="connsiteY5" fmla="*/ 2064012 h 3657254"/>
              <a:gd name="connsiteX6" fmla="*/ 1802483 w 3579812"/>
              <a:gd name="connsiteY6" fmla="*/ 3657254 h 3657254"/>
              <a:gd name="connsiteX7" fmla="*/ 210755 w 3579812"/>
              <a:gd name="connsiteY7" fmla="*/ 2066393 h 3657254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625217 w 3579812"/>
              <a:gd name="connsiteY2" fmla="*/ 118531 h 3657254"/>
              <a:gd name="connsiteX3" fmla="*/ 1975260 w 3579812"/>
              <a:gd name="connsiteY3" fmla="*/ 128056 h 3657254"/>
              <a:gd name="connsiteX4" fmla="*/ 2055284 w 3579812"/>
              <a:gd name="connsiteY4" fmla="*/ 223715 h 3657254"/>
              <a:gd name="connsiteX5" fmla="*/ 3394486 w 3579812"/>
              <a:gd name="connsiteY5" fmla="*/ 1544899 h 3657254"/>
              <a:gd name="connsiteX6" fmla="*/ 3401630 w 3579812"/>
              <a:gd name="connsiteY6" fmla="*/ 2064012 h 3657254"/>
              <a:gd name="connsiteX7" fmla="*/ 1802483 w 3579812"/>
              <a:gd name="connsiteY7" fmla="*/ 3657254 h 3657254"/>
              <a:gd name="connsiteX8" fmla="*/ 210755 w 3579812"/>
              <a:gd name="connsiteY8" fmla="*/ 2066393 h 3657254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525945 w 3579812"/>
              <a:gd name="connsiteY2" fmla="*/ 216463 h 3657254"/>
              <a:gd name="connsiteX3" fmla="*/ 1625217 w 3579812"/>
              <a:gd name="connsiteY3" fmla="*/ 118531 h 3657254"/>
              <a:gd name="connsiteX4" fmla="*/ 1975260 w 3579812"/>
              <a:gd name="connsiteY4" fmla="*/ 128056 h 3657254"/>
              <a:gd name="connsiteX5" fmla="*/ 2055284 w 3579812"/>
              <a:gd name="connsiteY5" fmla="*/ 223715 h 3657254"/>
              <a:gd name="connsiteX6" fmla="*/ 3394486 w 3579812"/>
              <a:gd name="connsiteY6" fmla="*/ 1544899 h 3657254"/>
              <a:gd name="connsiteX7" fmla="*/ 3401630 w 3579812"/>
              <a:gd name="connsiteY7" fmla="*/ 2064012 h 3657254"/>
              <a:gd name="connsiteX8" fmla="*/ 1802483 w 3579812"/>
              <a:gd name="connsiteY8" fmla="*/ 3657254 h 3657254"/>
              <a:gd name="connsiteX9" fmla="*/ 210755 w 3579812"/>
              <a:gd name="connsiteY9" fmla="*/ 2066393 h 3657254"/>
              <a:gd name="connsiteX0" fmla="*/ 210755 w 3579812"/>
              <a:gd name="connsiteY0" fmla="*/ 1938337 h 3529198"/>
              <a:gd name="connsiteX1" fmla="*/ 239330 w 3579812"/>
              <a:gd name="connsiteY1" fmla="*/ 1383506 h 3529198"/>
              <a:gd name="connsiteX2" fmla="*/ 1525945 w 3579812"/>
              <a:gd name="connsiteY2" fmla="*/ 88407 h 3529198"/>
              <a:gd name="connsiteX3" fmla="*/ 1975260 w 3579812"/>
              <a:gd name="connsiteY3" fmla="*/ 0 h 3529198"/>
              <a:gd name="connsiteX4" fmla="*/ 2055284 w 3579812"/>
              <a:gd name="connsiteY4" fmla="*/ 95659 h 3529198"/>
              <a:gd name="connsiteX5" fmla="*/ 3394486 w 3579812"/>
              <a:gd name="connsiteY5" fmla="*/ 1416843 h 3529198"/>
              <a:gd name="connsiteX6" fmla="*/ 3401630 w 3579812"/>
              <a:gd name="connsiteY6" fmla="*/ 1935956 h 3529198"/>
              <a:gd name="connsiteX7" fmla="*/ 1802483 w 3579812"/>
              <a:gd name="connsiteY7" fmla="*/ 3529198 h 3529198"/>
              <a:gd name="connsiteX8" fmla="*/ 210755 w 3579812"/>
              <a:gd name="connsiteY8" fmla="*/ 1938337 h 3529198"/>
              <a:gd name="connsiteX0" fmla="*/ 210755 w 3579812"/>
              <a:gd name="connsiteY0" fmla="*/ 1849930 h 3440791"/>
              <a:gd name="connsiteX1" fmla="*/ 239330 w 3579812"/>
              <a:gd name="connsiteY1" fmla="*/ 1295099 h 3440791"/>
              <a:gd name="connsiteX2" fmla="*/ 1525945 w 3579812"/>
              <a:gd name="connsiteY2" fmla="*/ 0 h 3440791"/>
              <a:gd name="connsiteX3" fmla="*/ 2055284 w 3579812"/>
              <a:gd name="connsiteY3" fmla="*/ 7252 h 3440791"/>
              <a:gd name="connsiteX4" fmla="*/ 3394486 w 3579812"/>
              <a:gd name="connsiteY4" fmla="*/ 1328436 h 3440791"/>
              <a:gd name="connsiteX5" fmla="*/ 3401630 w 3579812"/>
              <a:gd name="connsiteY5" fmla="*/ 1847549 h 3440791"/>
              <a:gd name="connsiteX6" fmla="*/ 1802483 w 3579812"/>
              <a:gd name="connsiteY6" fmla="*/ 3440791 h 3440791"/>
              <a:gd name="connsiteX7" fmla="*/ 210755 w 3579812"/>
              <a:gd name="connsiteY7" fmla="*/ 1849930 h 3440791"/>
              <a:gd name="connsiteX0" fmla="*/ 210755 w 3579812"/>
              <a:gd name="connsiteY0" fmla="*/ 1941798 h 3532659"/>
              <a:gd name="connsiteX1" fmla="*/ 239330 w 3579812"/>
              <a:gd name="connsiteY1" fmla="*/ 1386967 h 3532659"/>
              <a:gd name="connsiteX2" fmla="*/ 1525945 w 3579812"/>
              <a:gd name="connsiteY2" fmla="*/ 91868 h 3532659"/>
              <a:gd name="connsiteX3" fmla="*/ 2055284 w 3579812"/>
              <a:gd name="connsiteY3" fmla="*/ 99120 h 3532659"/>
              <a:gd name="connsiteX4" fmla="*/ 3394486 w 3579812"/>
              <a:gd name="connsiteY4" fmla="*/ 1420304 h 3532659"/>
              <a:gd name="connsiteX5" fmla="*/ 3401630 w 3579812"/>
              <a:gd name="connsiteY5" fmla="*/ 1939417 h 3532659"/>
              <a:gd name="connsiteX6" fmla="*/ 1802483 w 3579812"/>
              <a:gd name="connsiteY6" fmla="*/ 3532659 h 3532659"/>
              <a:gd name="connsiteX7" fmla="*/ 210755 w 3579812"/>
              <a:gd name="connsiteY7" fmla="*/ 1941798 h 3532659"/>
              <a:gd name="connsiteX0" fmla="*/ 210755 w 3579812"/>
              <a:gd name="connsiteY0" fmla="*/ 2023470 h 3614331"/>
              <a:gd name="connsiteX1" fmla="*/ 239330 w 3579812"/>
              <a:gd name="connsiteY1" fmla="*/ 1468639 h 3614331"/>
              <a:gd name="connsiteX2" fmla="*/ 1525945 w 3579812"/>
              <a:gd name="connsiteY2" fmla="*/ 173540 h 3614331"/>
              <a:gd name="connsiteX3" fmla="*/ 2055284 w 3579812"/>
              <a:gd name="connsiteY3" fmla="*/ 180792 h 3614331"/>
              <a:gd name="connsiteX4" fmla="*/ 3394486 w 3579812"/>
              <a:gd name="connsiteY4" fmla="*/ 1501976 h 3614331"/>
              <a:gd name="connsiteX5" fmla="*/ 3401630 w 3579812"/>
              <a:gd name="connsiteY5" fmla="*/ 2021089 h 3614331"/>
              <a:gd name="connsiteX6" fmla="*/ 1802483 w 3579812"/>
              <a:gd name="connsiteY6" fmla="*/ 3614331 h 3614331"/>
              <a:gd name="connsiteX7" fmla="*/ 210755 w 3579812"/>
              <a:gd name="connsiteY7" fmla="*/ 2023470 h 3614331"/>
              <a:gd name="connsiteX0" fmla="*/ 210755 w 3579812"/>
              <a:gd name="connsiteY0" fmla="*/ 2036665 h 3627526"/>
              <a:gd name="connsiteX1" fmla="*/ 239330 w 3579812"/>
              <a:gd name="connsiteY1" fmla="*/ 1481834 h 3627526"/>
              <a:gd name="connsiteX2" fmla="*/ 1525945 w 3579812"/>
              <a:gd name="connsiteY2" fmla="*/ 186735 h 3627526"/>
              <a:gd name="connsiteX3" fmla="*/ 2055284 w 3579812"/>
              <a:gd name="connsiteY3" fmla="*/ 193987 h 3627526"/>
              <a:gd name="connsiteX4" fmla="*/ 3394486 w 3579812"/>
              <a:gd name="connsiteY4" fmla="*/ 1515171 h 3627526"/>
              <a:gd name="connsiteX5" fmla="*/ 3401630 w 3579812"/>
              <a:gd name="connsiteY5" fmla="*/ 2034284 h 3627526"/>
              <a:gd name="connsiteX6" fmla="*/ 1802483 w 3579812"/>
              <a:gd name="connsiteY6" fmla="*/ 3627526 h 3627526"/>
              <a:gd name="connsiteX7" fmla="*/ 210755 w 3579812"/>
              <a:gd name="connsiteY7" fmla="*/ 2036665 h 3627526"/>
              <a:gd name="connsiteX0" fmla="*/ 210755 w 3579812"/>
              <a:gd name="connsiteY0" fmla="*/ 2044980 h 3635841"/>
              <a:gd name="connsiteX1" fmla="*/ 239330 w 3579812"/>
              <a:gd name="connsiteY1" fmla="*/ 1490149 h 3635841"/>
              <a:gd name="connsiteX2" fmla="*/ 1525945 w 3579812"/>
              <a:gd name="connsiteY2" fmla="*/ 195050 h 3635841"/>
              <a:gd name="connsiteX3" fmla="*/ 2055284 w 3579812"/>
              <a:gd name="connsiteY3" fmla="*/ 202302 h 3635841"/>
              <a:gd name="connsiteX4" fmla="*/ 3394486 w 3579812"/>
              <a:gd name="connsiteY4" fmla="*/ 1523486 h 3635841"/>
              <a:gd name="connsiteX5" fmla="*/ 3401630 w 3579812"/>
              <a:gd name="connsiteY5" fmla="*/ 2042599 h 3635841"/>
              <a:gd name="connsiteX6" fmla="*/ 1802483 w 3579812"/>
              <a:gd name="connsiteY6" fmla="*/ 3635841 h 3635841"/>
              <a:gd name="connsiteX7" fmla="*/ 210755 w 3579812"/>
              <a:gd name="connsiteY7" fmla="*/ 2044980 h 3635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9812" h="3635841">
                <a:moveTo>
                  <a:pt x="210755" y="2044980"/>
                </a:moveTo>
                <a:cubicBezTo>
                  <a:pt x="-65470" y="1776693"/>
                  <a:pt x="-84520" y="1825112"/>
                  <a:pt x="239330" y="1490149"/>
                </a:cubicBezTo>
                <a:lnTo>
                  <a:pt x="1525945" y="195050"/>
                </a:lnTo>
                <a:cubicBezTo>
                  <a:pt x="1789406" y="-78080"/>
                  <a:pt x="1770069" y="-53907"/>
                  <a:pt x="2055284" y="202302"/>
                </a:cubicBezTo>
                <a:lnTo>
                  <a:pt x="3394486" y="1523486"/>
                </a:lnTo>
                <a:cubicBezTo>
                  <a:pt x="3668329" y="1796537"/>
                  <a:pt x="3611180" y="1814792"/>
                  <a:pt x="3401630" y="2042599"/>
                </a:cubicBezTo>
                <a:lnTo>
                  <a:pt x="1802483" y="3635841"/>
                </a:lnTo>
                <a:lnTo>
                  <a:pt x="210755" y="204498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2420739"/>
            <a:ext cx="324036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8593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995686"/>
            <a:ext cx="324036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2420739"/>
            <a:ext cx="324036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 dirty="0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2666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3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7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24/09/2025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96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64" r:id="rId14"/>
    <p:sldLayoutId id="2147483667" r:id="rId15"/>
    <p:sldLayoutId id="2147483665" r:id="rId16"/>
    <p:sldLayoutId id="2147483658" r:id="rId17"/>
    <p:sldLayoutId id="2147483659" r:id="rId18"/>
  </p:sldLayoutIdLst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SzPct val="70000"/>
        <a:buFontTx/>
        <a:buBlip>
          <a:blip r:embed="rId20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2800" noProof="0" dirty="0">
                <a:cs typeface="Calibri" panose="020F0502020204030204" pitchFamily="34" charset="0"/>
              </a:rPr>
              <a:t>Projet µ-</a:t>
            </a:r>
            <a:r>
              <a:rPr lang="fr-FR" sz="2800" noProof="0" dirty="0" err="1">
                <a:cs typeface="Calibri" panose="020F0502020204030204" pitchFamily="34" charset="0"/>
              </a:rPr>
              <a:t>verCraft</a:t>
            </a:r>
            <a:endParaRPr lang="fr-FR" sz="2800" noProof="0" dirty="0">
              <a:cs typeface="Calibri" panose="020F050202020403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noProof="0" dirty="0">
              <a:cs typeface="Calibri" panose="020F0502020204030204" pitchFamily="34" charset="0"/>
            </a:endParaRPr>
          </a:p>
          <a:p>
            <a:r>
              <a:rPr lang="fr-FR" noProof="0" dirty="0">
                <a:cs typeface="Calibri" panose="020F0502020204030204" pitchFamily="34" charset="0"/>
              </a:rPr>
              <a:t>ENSMM / Option SMR</a:t>
            </a:r>
          </a:p>
        </p:txBody>
      </p:sp>
    </p:spTree>
    <p:extLst>
      <p:ext uri="{BB962C8B-B14F-4D97-AF65-F5344CB8AC3E}">
        <p14:creationId xmlns:p14="http://schemas.microsoft.com/office/powerpoint/2010/main" val="135507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228A037-A7A0-5BFF-F0D0-FC1870EF254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482331" y="2571750"/>
            <a:ext cx="25773" cy="2162694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4B21C8-84D6-11A3-00B8-A4409F8E38CD}"/>
              </a:ext>
            </a:extLst>
          </p:cNvPr>
          <p:cNvCxnSpPr>
            <a:cxnSpLocks/>
          </p:cNvCxnSpPr>
          <p:nvPr/>
        </p:nvCxnSpPr>
        <p:spPr>
          <a:xfrm>
            <a:off x="7236296" y="4048487"/>
            <a:ext cx="0" cy="685957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DE32B1-34EA-A8ED-BC86-3A5CC890E324}"/>
              </a:ext>
            </a:extLst>
          </p:cNvPr>
          <p:cNvCxnSpPr>
            <a:cxnSpLocks/>
          </p:cNvCxnSpPr>
          <p:nvPr/>
        </p:nvCxnSpPr>
        <p:spPr>
          <a:xfrm>
            <a:off x="8604448" y="2569065"/>
            <a:ext cx="0" cy="2165379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BF24AA-C75A-49CA-3CBB-A5009C4319BB}"/>
              </a:ext>
            </a:extLst>
          </p:cNvPr>
          <p:cNvCxnSpPr>
            <a:cxnSpLocks/>
          </p:cNvCxnSpPr>
          <p:nvPr/>
        </p:nvCxnSpPr>
        <p:spPr>
          <a:xfrm>
            <a:off x="3779912" y="4048487"/>
            <a:ext cx="0" cy="685957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09A92E67-B2FD-F4DB-C899-15FC7E35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Préparation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3ED1B9-C8CD-9697-900A-A5949087B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106" y="1597065"/>
            <a:ext cx="1476522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3365E2-62E5-42AE-B2E4-789033156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8" y="3080598"/>
            <a:ext cx="1822068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F7B2B1-CA46-0734-202F-1947DD4B6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337" r="27091" b="1"/>
          <a:stretch>
            <a:fillRect/>
          </a:stretch>
        </p:blipFill>
        <p:spPr>
          <a:xfrm>
            <a:off x="4504836" y="1599750"/>
            <a:ext cx="1954989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7310D5-24D0-F10C-9B70-25CB2216C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7" t="250" r="807" b="10830"/>
          <a:stretch>
            <a:fillRect/>
          </a:stretch>
        </p:blipFill>
        <p:spPr>
          <a:xfrm>
            <a:off x="6190943" y="3079223"/>
            <a:ext cx="2006775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EABB59-FF04-2703-48E8-98387A7C6EBC}"/>
              </a:ext>
            </a:extLst>
          </p:cNvPr>
          <p:cNvCxnSpPr>
            <a:cxnSpLocks/>
          </p:cNvCxnSpPr>
          <p:nvPr/>
        </p:nvCxnSpPr>
        <p:spPr>
          <a:xfrm>
            <a:off x="755576" y="4048487"/>
            <a:ext cx="0" cy="685957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C96EE6-2F31-A11E-F87D-F94C41480857}"/>
              </a:ext>
            </a:extLst>
          </p:cNvPr>
          <p:cNvCxnSpPr>
            <a:cxnSpLocks/>
          </p:cNvCxnSpPr>
          <p:nvPr/>
        </p:nvCxnSpPr>
        <p:spPr>
          <a:xfrm>
            <a:off x="2123728" y="2548902"/>
            <a:ext cx="0" cy="2185542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D6034EA-F3F3-5657-14BC-5B0A51664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3076487"/>
            <a:ext cx="1823985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6FB749-A836-0B8B-DCA3-ABCB3DBD61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" t="1504" r="796" b="23868"/>
          <a:stretch>
            <a:fillRect/>
          </a:stretch>
        </p:blipFill>
        <p:spPr>
          <a:xfrm>
            <a:off x="1475656" y="1576902"/>
            <a:ext cx="2006775" cy="972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2604A2B-C00F-5B0D-0ED6-3810B3D29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512" y="4734444"/>
            <a:ext cx="8856984" cy="27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4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4F49C81F-3563-F524-F60A-D1C5F458D657}"/>
              </a:ext>
            </a:extLst>
          </p:cNvPr>
          <p:cNvSpPr/>
          <p:nvPr/>
        </p:nvSpPr>
        <p:spPr>
          <a:xfrm>
            <a:off x="4716016" y="1131590"/>
            <a:ext cx="4042792" cy="366876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367DD-680B-DB21-889E-833FE4435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186808" cy="3394472"/>
          </a:xfrm>
        </p:spPr>
        <p:txBody>
          <a:bodyPr/>
          <a:lstStyle/>
          <a:p>
            <a:r>
              <a:rPr lang="fr-FR" noProof="0" dirty="0"/>
              <a:t>Détection </a:t>
            </a:r>
            <a:r>
              <a:rPr lang="fr-FR" noProof="0" dirty="0" err="1"/>
              <a:t>coord</a:t>
            </a:r>
            <a:r>
              <a:rPr lang="fr-FR" noProof="0" dirty="0"/>
              <a:t>. x:</a:t>
            </a:r>
          </a:p>
          <a:p>
            <a:pPr lvl="1"/>
            <a:r>
              <a:rPr lang="fr-FR" noProof="0" dirty="0"/>
              <a:t>Y a-t-il une </a:t>
            </a:r>
            <a:r>
              <a:rPr lang="fr-FR" noProof="0" dirty="0">
                <a:solidFill>
                  <a:srgbClr val="002060"/>
                </a:solidFill>
                <a:highlight>
                  <a:srgbClr val="FF00FF"/>
                </a:highlight>
              </a:rPr>
              <a:t>bande</a:t>
            </a:r>
            <a:r>
              <a:rPr lang="fr-FR" noProof="0" dirty="0"/>
              <a:t> ?</a:t>
            </a:r>
          </a:p>
          <a:p>
            <a:pPr lvl="1"/>
            <a:r>
              <a:rPr lang="fr-FR" noProof="0" dirty="0"/>
              <a:t>Y a-t-il des </a:t>
            </a:r>
            <a:r>
              <a:rPr lang="fr-FR" noProof="0" dirty="0">
                <a:highlight>
                  <a:srgbClr val="FFFF00"/>
                </a:highlight>
              </a:rPr>
              <a:t>rayons</a:t>
            </a:r>
            <a:r>
              <a:rPr lang="fr-FR" noProof="0" dirty="0"/>
              <a:t>/ lignes diagonales en plus ?</a:t>
            </a:r>
            <a:endParaRPr lang="fr-FR" dirty="0"/>
          </a:p>
          <a:p>
            <a:r>
              <a:rPr lang="fr-FR" noProof="0"/>
              <a:t>Quoi </a:t>
            </a:r>
            <a:r>
              <a:rPr lang="fr-FR" noProof="0" dirty="0"/>
              <a:t>définit Recette?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2181BC"/>
                </a:solidFill>
                <a:effectLst/>
                <a:uLnTx/>
                <a:uFillTx/>
                <a:latin typeface="Segoe UI Black"/>
                <a:ea typeface="+mj-ea"/>
                <a:cs typeface="+mj-cs"/>
              </a:rPr>
              <a:t>Des questions</a:t>
            </a:r>
            <a:endParaRPr lang="fr-FR" sz="2400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78B2B78-D90F-B1A2-70FC-674C6D57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92465"/>
            <a:ext cx="3891344" cy="3505388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773974C-5847-AD45-EA87-ACE7EF882EF5}"/>
              </a:ext>
            </a:extLst>
          </p:cNvPr>
          <p:cNvGrpSpPr/>
          <p:nvPr/>
        </p:nvGrpSpPr>
        <p:grpSpPr>
          <a:xfrm flipH="1">
            <a:off x="5580112" y="1419622"/>
            <a:ext cx="857919" cy="857919"/>
            <a:chOff x="6796557" y="1385238"/>
            <a:chExt cx="857919" cy="857919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8E59072-7A86-B196-2916-142FFCFCF4D9}"/>
                </a:ext>
              </a:extLst>
            </p:cNvPr>
            <p:cNvSpPr/>
            <p:nvPr/>
          </p:nvSpPr>
          <p:spPr>
            <a:xfrm rot="20571881">
              <a:off x="6796557" y="2068109"/>
              <a:ext cx="857919" cy="77045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DEC97B3E-DFB8-5359-2203-D97D8F5D2C41}"/>
                </a:ext>
              </a:extLst>
            </p:cNvPr>
            <p:cNvSpPr/>
            <p:nvPr/>
          </p:nvSpPr>
          <p:spPr>
            <a:xfrm rot="18597550">
              <a:off x="6609759" y="1775675"/>
              <a:ext cx="857919" cy="77045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80686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A56B9-4EFA-4353-651A-115DDED3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noProof="0" dirty="0"/>
              <a:t>Notre proposition</a:t>
            </a:r>
            <a:endParaRPr lang="fr-FR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91F091-49E4-7FE7-ABA7-9B218166A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987574"/>
            <a:ext cx="3336256" cy="3898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1E3C29-2491-4291-2619-6C4BFD51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173716"/>
            <a:ext cx="3553569" cy="355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1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4FD2-AD1C-B672-6979-D155DBD1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Remarques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002F6-75BB-6710-772B-9857DF104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2642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A7235-47E5-2AD5-6076-05B21DF4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43E281-F50F-3722-7248-F5031B98D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noProof="0" dirty="0"/>
              <a:t>ca 8 slides, </a:t>
            </a:r>
            <a:r>
              <a:rPr lang="fr-FR" noProof="0" dirty="0" err="1"/>
              <a:t>jede</a:t>
            </a:r>
            <a:r>
              <a:rPr lang="fr-FR" noProof="0" dirty="0"/>
              <a:t> mit </a:t>
            </a:r>
            <a:r>
              <a:rPr lang="fr-FR" noProof="0" dirty="0" err="1"/>
              <a:t>einem</a:t>
            </a:r>
            <a:r>
              <a:rPr lang="fr-FR" noProof="0" dirty="0"/>
              <a:t> </a:t>
            </a:r>
            <a:r>
              <a:rPr lang="fr-FR" noProof="0" dirty="0" err="1"/>
              <a:t>klaren</a:t>
            </a:r>
            <a:r>
              <a:rPr lang="fr-FR" noProof="0" dirty="0"/>
              <a:t> </a:t>
            </a:r>
            <a:r>
              <a:rPr lang="fr-FR" noProof="0" dirty="0" err="1"/>
              <a:t>Ziel</a:t>
            </a:r>
            <a:r>
              <a:rPr lang="fr-FR" noProof="0" dirty="0"/>
              <a:t>- </a:t>
            </a:r>
            <a:r>
              <a:rPr lang="fr-FR" noProof="0" dirty="0" err="1"/>
              <a:t>Anfangs</a:t>
            </a:r>
            <a:r>
              <a:rPr lang="fr-FR" noProof="0" dirty="0"/>
              <a:t> je </a:t>
            </a:r>
            <a:r>
              <a:rPr lang="fr-FR" noProof="0" dirty="0" err="1"/>
              <a:t>kurz</a:t>
            </a:r>
            <a:r>
              <a:rPr lang="fr-FR" noProof="0" dirty="0"/>
              <a:t> </a:t>
            </a:r>
            <a:r>
              <a:rPr lang="fr-FR" noProof="0" dirty="0" err="1"/>
              <a:t>Vorstellen</a:t>
            </a:r>
            <a:r>
              <a:rPr lang="fr-FR" noProof="0" dirty="0"/>
              <a:t> </a:t>
            </a:r>
            <a:r>
              <a:rPr lang="fr-FR" noProof="0" dirty="0" err="1"/>
              <a:t>was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an </a:t>
            </a:r>
            <a:r>
              <a:rPr lang="fr-FR" noProof="0" dirty="0" err="1"/>
              <a:t>Dokumenten</a:t>
            </a:r>
            <a:r>
              <a:rPr lang="fr-FR" noProof="0" dirty="0"/>
              <a:t> </a:t>
            </a:r>
            <a:r>
              <a:rPr lang="fr-FR" noProof="0" dirty="0" err="1"/>
              <a:t>schon</a:t>
            </a:r>
            <a:r>
              <a:rPr lang="fr-FR" noProof="0" dirty="0"/>
              <a:t> </a:t>
            </a:r>
            <a:r>
              <a:rPr lang="fr-FR" noProof="0" dirty="0" err="1"/>
              <a:t>haben</a:t>
            </a:r>
            <a:r>
              <a:rPr lang="fr-FR" noProof="0" dirty="0"/>
              <a:t>     - </a:t>
            </a:r>
            <a:r>
              <a:rPr lang="fr-FR" noProof="0" dirty="0" err="1"/>
              <a:t>Zeitplan</a:t>
            </a:r>
            <a:r>
              <a:rPr lang="fr-FR" noProof="0" dirty="0"/>
              <a:t>     - „alpha“ des </a:t>
            </a:r>
            <a:r>
              <a:rPr lang="fr-FR" noProof="0" dirty="0" err="1"/>
              <a:t>Lastenhefts</a:t>
            </a:r>
            <a:r>
              <a:rPr lang="fr-FR" noProof="0" dirty="0"/>
              <a:t>, </a:t>
            </a:r>
            <a:r>
              <a:rPr lang="fr-FR" noProof="0" dirty="0" err="1"/>
              <a:t>bzw</a:t>
            </a:r>
            <a:r>
              <a:rPr lang="fr-FR" noProof="0" dirty="0"/>
              <a:t> </a:t>
            </a:r>
            <a:r>
              <a:rPr lang="fr-FR" noProof="0" dirty="0" err="1"/>
              <a:t>so</a:t>
            </a:r>
            <a:r>
              <a:rPr lang="fr-FR" noProof="0" dirty="0"/>
              <a:t> </a:t>
            </a:r>
            <a:r>
              <a:rPr lang="fr-FR" noProof="0" dirty="0" err="1"/>
              <a:t>wie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das</a:t>
            </a:r>
            <a:r>
              <a:rPr lang="fr-FR" noProof="0" dirty="0"/>
              <a:t> </a:t>
            </a:r>
            <a:r>
              <a:rPr lang="fr-FR" noProof="0" dirty="0" err="1"/>
              <a:t>eben</a:t>
            </a:r>
            <a:r>
              <a:rPr lang="fr-FR" noProof="0" dirty="0"/>
              <a:t> </a:t>
            </a:r>
            <a:r>
              <a:rPr lang="fr-FR" noProof="0" dirty="0" err="1"/>
              <a:t>interpretieren</a:t>
            </a:r>
            <a:r>
              <a:rPr lang="fr-FR" noProof="0" dirty="0"/>
              <a:t>, </a:t>
            </a:r>
            <a:r>
              <a:rPr lang="fr-FR" noProof="0" dirty="0" err="1"/>
              <a:t>dafür</a:t>
            </a:r>
            <a:r>
              <a:rPr lang="fr-FR" noProof="0" dirty="0"/>
              <a:t> </a:t>
            </a:r>
            <a:r>
              <a:rPr lang="fr-FR" noProof="0" dirty="0" err="1"/>
              <a:t>hab</a:t>
            </a:r>
            <a:r>
              <a:rPr lang="fr-FR" noProof="0" dirty="0"/>
              <a:t> </a:t>
            </a:r>
            <a:r>
              <a:rPr lang="fr-FR" noProof="0" dirty="0" err="1"/>
              <a:t>ich</a:t>
            </a:r>
            <a:r>
              <a:rPr lang="fr-FR" noProof="0" dirty="0"/>
              <a:t> </a:t>
            </a:r>
            <a:r>
              <a:rPr lang="fr-FR" noProof="0" dirty="0" err="1"/>
              <a:t>zB</a:t>
            </a:r>
            <a:r>
              <a:rPr lang="fr-FR" noProof="0" dirty="0"/>
              <a:t> </a:t>
            </a:r>
            <a:r>
              <a:rPr lang="fr-FR" noProof="0" dirty="0" err="1"/>
              <a:t>das</a:t>
            </a:r>
            <a:r>
              <a:rPr lang="fr-FR" noProof="0" dirty="0"/>
              <a:t> V-</a:t>
            </a:r>
            <a:r>
              <a:rPr lang="fr-FR" noProof="0" dirty="0" err="1"/>
              <a:t>Modell</a:t>
            </a:r>
            <a:r>
              <a:rPr lang="fr-FR" noProof="0" dirty="0"/>
              <a:t> in der </a:t>
            </a:r>
            <a:r>
              <a:rPr lang="fr-FR" noProof="0" dirty="0" err="1"/>
              <a:t>excel</a:t>
            </a:r>
            <a:r>
              <a:rPr lang="fr-FR" noProof="0" dirty="0"/>
              <a:t> </a:t>
            </a:r>
            <a:r>
              <a:rPr lang="fr-FR" noProof="0" dirty="0" err="1"/>
              <a:t>angefangen</a:t>
            </a:r>
            <a:r>
              <a:rPr lang="fr-FR" noProof="0" dirty="0"/>
              <a:t>     - </a:t>
            </a:r>
            <a:r>
              <a:rPr lang="fr-FR" noProof="0" dirty="0" err="1"/>
              <a:t>Gewichtungs</a:t>
            </a:r>
            <a:r>
              <a:rPr lang="fr-FR" noProof="0" dirty="0"/>
              <a:t>-&amp; </a:t>
            </a:r>
            <a:r>
              <a:rPr lang="fr-FR" noProof="0" dirty="0" err="1"/>
              <a:t>Entscheidungsmatrix</a:t>
            </a:r>
            <a:r>
              <a:rPr lang="fr-FR" noProof="0" dirty="0"/>
              <a:t> </a:t>
            </a:r>
            <a:r>
              <a:rPr lang="fr-FR" noProof="0" dirty="0" err="1"/>
              <a:t>zum</a:t>
            </a:r>
            <a:r>
              <a:rPr lang="fr-FR" noProof="0" dirty="0"/>
              <a:t> „Hovercraft-</a:t>
            </a:r>
            <a:r>
              <a:rPr lang="fr-FR" noProof="0" dirty="0" err="1"/>
              <a:t>Typ</a:t>
            </a:r>
            <a:r>
              <a:rPr lang="fr-FR" noProof="0" dirty="0"/>
              <a:t>“ (</a:t>
            </a:r>
            <a:r>
              <a:rPr lang="fr-FR" noProof="0" dirty="0" err="1"/>
              <a:t>was</a:t>
            </a:r>
            <a:r>
              <a:rPr lang="fr-FR" noProof="0" dirty="0"/>
              <a:t> </a:t>
            </a:r>
            <a:r>
              <a:rPr lang="fr-FR" noProof="0" dirty="0" err="1"/>
              <a:t>ich</a:t>
            </a:r>
            <a:r>
              <a:rPr lang="fr-FR" noProof="0" dirty="0"/>
              <a:t> </a:t>
            </a:r>
            <a:r>
              <a:rPr lang="fr-FR" noProof="0" dirty="0" err="1"/>
              <a:t>gemacht</a:t>
            </a:r>
            <a:r>
              <a:rPr lang="fr-FR" noProof="0" dirty="0"/>
              <a:t> </a:t>
            </a:r>
            <a:r>
              <a:rPr lang="fr-FR" noProof="0" dirty="0" err="1"/>
              <a:t>hab</a:t>
            </a:r>
            <a:r>
              <a:rPr lang="fr-FR" noProof="0" dirty="0"/>
              <a:t>)     - </a:t>
            </a:r>
            <a:r>
              <a:rPr lang="fr-FR" noProof="0" dirty="0" err="1"/>
              <a:t>Lösungsmatrix</a:t>
            </a:r>
            <a:r>
              <a:rPr lang="fr-FR" noProof="0" dirty="0"/>
              <a:t>, mit den </a:t>
            </a:r>
            <a:r>
              <a:rPr lang="fr-FR" noProof="0" dirty="0" err="1"/>
              <a:t>Ideen</a:t>
            </a:r>
            <a:r>
              <a:rPr lang="fr-FR" noProof="0" dirty="0"/>
              <a:t> </a:t>
            </a:r>
            <a:r>
              <a:rPr lang="fr-FR" noProof="0" dirty="0" err="1"/>
              <a:t>wie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es </a:t>
            </a:r>
            <a:r>
              <a:rPr lang="fr-FR" noProof="0" dirty="0" err="1"/>
              <a:t>lösen</a:t>
            </a:r>
            <a:r>
              <a:rPr lang="fr-FR" noProof="0" dirty="0"/>
              <a:t> </a:t>
            </a:r>
            <a:r>
              <a:rPr lang="fr-FR" noProof="0" dirty="0" err="1"/>
              <a:t>wollen</a:t>
            </a:r>
            <a:r>
              <a:rPr lang="fr-FR" noProof="0" dirty="0"/>
              <a:t> (die du/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ja</a:t>
            </a:r>
            <a:r>
              <a:rPr lang="fr-FR" noProof="0" dirty="0"/>
              <a:t> </a:t>
            </a:r>
            <a:r>
              <a:rPr lang="fr-FR" noProof="0" dirty="0" err="1"/>
              <a:t>auch</a:t>
            </a:r>
            <a:r>
              <a:rPr lang="fr-FR" noProof="0" dirty="0"/>
              <a:t> in </a:t>
            </a:r>
            <a:r>
              <a:rPr lang="fr-FR" noProof="0" dirty="0" err="1"/>
              <a:t>excel</a:t>
            </a:r>
            <a:r>
              <a:rPr lang="fr-FR" noProof="0" dirty="0"/>
              <a:t> </a:t>
            </a:r>
            <a:r>
              <a:rPr lang="fr-FR" noProof="0" dirty="0" err="1"/>
              <a:t>haben</a:t>
            </a:r>
            <a:r>
              <a:rPr lang="fr-FR" noProof="0" dirty="0"/>
              <a:t>), </a:t>
            </a:r>
            <a:r>
              <a:rPr lang="fr-FR" noProof="0" dirty="0" err="1"/>
              <a:t>jeweils</a:t>
            </a:r>
            <a:r>
              <a:rPr lang="fr-FR" noProof="0" dirty="0"/>
              <a:t> mit BSP-</a:t>
            </a:r>
            <a:r>
              <a:rPr lang="fr-FR" noProof="0" dirty="0" err="1"/>
              <a:t>Bildern</a:t>
            </a:r>
            <a:r>
              <a:rPr lang="fr-FR" noProof="0" dirty="0"/>
              <a:t>, </a:t>
            </a:r>
            <a:r>
              <a:rPr lang="fr-FR" noProof="0" dirty="0" err="1"/>
              <a:t>wie</a:t>
            </a:r>
            <a:r>
              <a:rPr lang="fr-FR" noProof="0" dirty="0"/>
              <a:t> </a:t>
            </a:r>
            <a:r>
              <a:rPr lang="fr-FR" noProof="0" dirty="0" err="1"/>
              <a:t>ich</a:t>
            </a:r>
            <a:r>
              <a:rPr lang="fr-FR" noProof="0" dirty="0"/>
              <a:t> </a:t>
            </a:r>
            <a:r>
              <a:rPr lang="fr-FR" noProof="0" dirty="0" err="1"/>
              <a:t>sie</a:t>
            </a:r>
            <a:r>
              <a:rPr lang="fr-FR" noProof="0" dirty="0"/>
              <a:t> in Teams </a:t>
            </a:r>
            <a:r>
              <a:rPr lang="fr-FR" noProof="0" dirty="0" err="1"/>
              <a:t>auf</a:t>
            </a:r>
            <a:r>
              <a:rPr lang="fr-FR" noProof="0" dirty="0"/>
              <a:t> </a:t>
            </a:r>
            <a:r>
              <a:rPr lang="fr-FR" noProof="0" dirty="0" err="1"/>
              <a:t>dem</a:t>
            </a:r>
            <a:r>
              <a:rPr lang="fr-FR" noProof="0" dirty="0"/>
              <a:t> </a:t>
            </a:r>
            <a:r>
              <a:rPr lang="fr-FR" noProof="0" dirty="0" err="1"/>
              <a:t>Whiteboard</a:t>
            </a:r>
            <a:r>
              <a:rPr lang="fr-FR" noProof="0" dirty="0"/>
              <a:t> </a:t>
            </a:r>
            <a:r>
              <a:rPr lang="fr-FR" noProof="0" dirty="0" err="1"/>
              <a:t>schon</a:t>
            </a:r>
            <a:r>
              <a:rPr lang="fr-FR" noProof="0" dirty="0"/>
              <a:t> </a:t>
            </a:r>
            <a:r>
              <a:rPr lang="fr-FR" noProof="0" dirty="0" err="1"/>
              <a:t>angefangen</a:t>
            </a:r>
            <a:r>
              <a:rPr lang="fr-FR" noProof="0" dirty="0"/>
              <a:t> </a:t>
            </a:r>
            <a:r>
              <a:rPr lang="fr-FR" noProof="0" dirty="0" err="1"/>
              <a:t>hab</a:t>
            </a:r>
            <a:r>
              <a:rPr lang="fr-FR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96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FA47-FAE9-BCDB-838C-B54BED6D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A4DC7-C4EE-9BE2-5D53-AF6ED417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noProof="0" dirty="0"/>
              <a:t>- </a:t>
            </a:r>
            <a:r>
              <a:rPr lang="fr-FR" noProof="0" dirty="0" err="1"/>
              <a:t>Absegnen</a:t>
            </a:r>
            <a:r>
              <a:rPr lang="fr-FR" noProof="0" dirty="0"/>
              <a:t> </a:t>
            </a:r>
            <a:r>
              <a:rPr lang="fr-FR" noProof="0" dirty="0" err="1"/>
              <a:t>vom</a:t>
            </a:r>
            <a:r>
              <a:rPr lang="fr-FR" noProof="0" dirty="0"/>
              <a:t> </a:t>
            </a:r>
            <a:r>
              <a:rPr lang="fr-FR" noProof="0" dirty="0" err="1"/>
              <a:t>Zeitplan</a:t>
            </a:r>
            <a:r>
              <a:rPr lang="fr-FR" noProof="0" dirty="0"/>
              <a:t> -&gt; </a:t>
            </a:r>
            <a:r>
              <a:rPr lang="fr-FR" noProof="0" dirty="0" err="1"/>
              <a:t>klar</a:t>
            </a:r>
            <a:r>
              <a:rPr lang="fr-FR" noProof="0" dirty="0"/>
              <a:t> </a:t>
            </a:r>
            <a:r>
              <a:rPr lang="fr-FR" noProof="0" dirty="0" err="1"/>
              <a:t>machen</a:t>
            </a:r>
            <a:r>
              <a:rPr lang="fr-FR" noProof="0" dirty="0"/>
              <a:t>, </a:t>
            </a:r>
            <a:r>
              <a:rPr lang="fr-FR" noProof="0" dirty="0" err="1"/>
              <a:t>dass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zeitlich</a:t>
            </a:r>
            <a:r>
              <a:rPr lang="fr-FR" noProof="0" dirty="0"/>
              <a:t> </a:t>
            </a:r>
            <a:r>
              <a:rPr lang="fr-FR" noProof="0" dirty="0" err="1"/>
              <a:t>eher</a:t>
            </a:r>
            <a:r>
              <a:rPr lang="fr-FR" noProof="0" dirty="0"/>
              <a:t> </a:t>
            </a:r>
            <a:r>
              <a:rPr lang="fr-FR" noProof="0" dirty="0" err="1"/>
              <a:t>bald</a:t>
            </a:r>
            <a:r>
              <a:rPr lang="fr-FR" noProof="0" dirty="0"/>
              <a:t> </a:t>
            </a:r>
            <a:r>
              <a:rPr lang="fr-FR" noProof="0" dirty="0" err="1"/>
              <a:t>eine</a:t>
            </a:r>
            <a:r>
              <a:rPr lang="fr-FR" noProof="0" dirty="0"/>
              <a:t> </a:t>
            </a:r>
            <a:r>
              <a:rPr lang="fr-FR" noProof="0" dirty="0" err="1"/>
              <a:t>erste</a:t>
            </a:r>
            <a:r>
              <a:rPr lang="fr-FR" noProof="0" dirty="0"/>
              <a:t> </a:t>
            </a:r>
            <a:r>
              <a:rPr lang="fr-FR" noProof="0" dirty="0" err="1"/>
              <a:t>Bestellung</a:t>
            </a:r>
            <a:r>
              <a:rPr lang="fr-FR" noProof="0" dirty="0"/>
              <a:t> </a:t>
            </a:r>
            <a:r>
              <a:rPr lang="fr-FR" noProof="0" dirty="0" err="1"/>
              <a:t>für</a:t>
            </a:r>
            <a:r>
              <a:rPr lang="fr-FR" noProof="0" dirty="0"/>
              <a:t> die </a:t>
            </a:r>
            <a:r>
              <a:rPr lang="fr-FR" noProof="0" dirty="0" err="1"/>
              <a:t>Elektronik</a:t>
            </a:r>
            <a:r>
              <a:rPr lang="fr-FR" noProof="0" dirty="0"/>
              <a:t> </a:t>
            </a:r>
            <a:r>
              <a:rPr lang="fr-FR" noProof="0" dirty="0" err="1"/>
              <a:t>wollen</a:t>
            </a:r>
            <a:r>
              <a:rPr lang="fr-FR" noProof="0" dirty="0"/>
              <a:t> (</a:t>
            </a:r>
            <a:r>
              <a:rPr lang="fr-FR" noProof="0" dirty="0" err="1"/>
              <a:t>mitte</a:t>
            </a:r>
            <a:r>
              <a:rPr lang="fr-FR" noProof="0" dirty="0"/>
              <a:t> </a:t>
            </a:r>
            <a:r>
              <a:rPr lang="fr-FR" noProof="0" dirty="0" err="1"/>
              <a:t>Oktober</a:t>
            </a:r>
            <a:r>
              <a:rPr lang="fr-FR" noProof="0" dirty="0"/>
              <a:t> </a:t>
            </a:r>
            <a:r>
              <a:rPr lang="fr-FR" noProof="0" dirty="0" err="1"/>
              <a:t>wenn</a:t>
            </a:r>
            <a:r>
              <a:rPr lang="fr-FR" noProof="0" dirty="0"/>
              <a:t> </a:t>
            </a:r>
            <a:r>
              <a:rPr lang="fr-FR" noProof="0" dirty="0" err="1"/>
              <a:t>möglich</a:t>
            </a:r>
            <a:r>
              <a:rPr lang="fr-FR" noProof="0" dirty="0"/>
              <a:t> (ESC, </a:t>
            </a:r>
            <a:r>
              <a:rPr lang="fr-FR" noProof="0" dirty="0" err="1"/>
              <a:t>Motoren</a:t>
            </a:r>
            <a:r>
              <a:rPr lang="fr-FR" noProof="0" dirty="0"/>
              <a:t>, </a:t>
            </a:r>
            <a:r>
              <a:rPr lang="fr-FR" noProof="0" dirty="0" err="1"/>
              <a:t>Props</a:t>
            </a:r>
            <a:r>
              <a:rPr lang="fr-FR" noProof="0" dirty="0"/>
              <a:t>, ESP, </a:t>
            </a:r>
            <a:r>
              <a:rPr lang="fr-FR" noProof="0" dirty="0" err="1"/>
              <a:t>Akkus</a:t>
            </a:r>
            <a:r>
              <a:rPr lang="fr-FR" noProof="0" dirty="0"/>
              <a:t>))- </a:t>
            </a:r>
            <a:r>
              <a:rPr lang="fr-FR" noProof="0" dirty="0" err="1"/>
              <a:t>Absegnen</a:t>
            </a:r>
            <a:r>
              <a:rPr lang="fr-FR" noProof="0" dirty="0"/>
              <a:t> </a:t>
            </a:r>
            <a:r>
              <a:rPr lang="fr-FR" noProof="0" dirty="0" err="1"/>
              <a:t>vom</a:t>
            </a:r>
            <a:r>
              <a:rPr lang="fr-FR" noProof="0" dirty="0"/>
              <a:t> </a:t>
            </a:r>
            <a:r>
              <a:rPr lang="fr-FR" noProof="0" dirty="0" err="1"/>
              <a:t>typ</a:t>
            </a:r>
            <a:r>
              <a:rPr lang="fr-FR" noProof="0" dirty="0"/>
              <a:t> des Hovercrafts (</a:t>
            </a:r>
            <a:r>
              <a:rPr lang="fr-FR" noProof="0" dirty="0" err="1"/>
              <a:t>ob</a:t>
            </a:r>
            <a:r>
              <a:rPr lang="fr-FR" noProof="0" dirty="0"/>
              <a:t> </a:t>
            </a:r>
            <a:r>
              <a:rPr lang="fr-FR" noProof="0" dirty="0" err="1"/>
              <a:t>Schaumbasis</a:t>
            </a:r>
            <a:r>
              <a:rPr lang="fr-FR" noProof="0" dirty="0"/>
              <a:t> </a:t>
            </a:r>
            <a:r>
              <a:rPr lang="fr-FR" noProof="0" dirty="0" err="1"/>
              <a:t>ohne</a:t>
            </a:r>
            <a:r>
              <a:rPr lang="fr-FR" noProof="0" dirty="0"/>
              <a:t> </a:t>
            </a:r>
            <a:r>
              <a:rPr lang="fr-FR" noProof="0" dirty="0" err="1"/>
              <a:t>Schürzeauch</a:t>
            </a:r>
            <a:r>
              <a:rPr lang="fr-FR" noProof="0" dirty="0"/>
              <a:t> </a:t>
            </a:r>
            <a:r>
              <a:rPr lang="fr-FR" noProof="0" dirty="0" err="1"/>
              <a:t>recht</a:t>
            </a:r>
            <a:r>
              <a:rPr lang="fr-FR" noProof="0" dirty="0"/>
              <a:t> </a:t>
            </a:r>
            <a:r>
              <a:rPr lang="fr-FR" noProof="0" dirty="0" err="1"/>
              <a:t>ist</a:t>
            </a:r>
            <a:r>
              <a:rPr lang="fr-FR" noProof="0" dirty="0"/>
              <a:t>) -&gt; </a:t>
            </a:r>
            <a:r>
              <a:rPr lang="fr-FR" noProof="0" dirty="0" err="1"/>
              <a:t>weil</a:t>
            </a:r>
            <a:r>
              <a:rPr lang="fr-FR" noProof="0" dirty="0"/>
              <a:t> </a:t>
            </a:r>
            <a:r>
              <a:rPr lang="fr-FR" noProof="0" dirty="0" err="1"/>
              <a:t>das</a:t>
            </a:r>
            <a:r>
              <a:rPr lang="fr-FR" noProof="0" dirty="0"/>
              <a:t> </a:t>
            </a:r>
            <a:r>
              <a:rPr lang="fr-FR" noProof="0" dirty="0" err="1"/>
              <a:t>einen</a:t>
            </a:r>
            <a:r>
              <a:rPr lang="fr-FR" noProof="0" dirty="0"/>
              <a:t> </a:t>
            </a:r>
            <a:r>
              <a:rPr lang="fr-FR" noProof="0" dirty="0" err="1"/>
              <a:t>großen</a:t>
            </a:r>
            <a:r>
              <a:rPr lang="fr-FR" noProof="0" dirty="0"/>
              <a:t> </a:t>
            </a:r>
            <a:r>
              <a:rPr lang="fr-FR" noProof="0" dirty="0" err="1"/>
              <a:t>Einfluss</a:t>
            </a:r>
            <a:r>
              <a:rPr lang="fr-FR" noProof="0" dirty="0"/>
              <a:t> </a:t>
            </a:r>
            <a:r>
              <a:rPr lang="fr-FR" noProof="0" dirty="0" err="1"/>
              <a:t>auf</a:t>
            </a:r>
            <a:r>
              <a:rPr lang="fr-FR" noProof="0" dirty="0"/>
              <a:t> Design/</a:t>
            </a:r>
            <a:r>
              <a:rPr lang="fr-FR" noProof="0" dirty="0" err="1"/>
              <a:t>komponentenwahl</a:t>
            </a:r>
            <a:r>
              <a:rPr lang="fr-FR" noProof="0" dirty="0"/>
              <a:t>/</a:t>
            </a:r>
            <a:r>
              <a:rPr lang="fr-FR" noProof="0" dirty="0" err="1"/>
              <a:t>größe</a:t>
            </a:r>
            <a:r>
              <a:rPr lang="fr-FR" noProof="0" dirty="0"/>
              <a:t> </a:t>
            </a:r>
            <a:r>
              <a:rPr lang="fr-FR" noProof="0" dirty="0" err="1"/>
              <a:t>hat</a:t>
            </a:r>
            <a:r>
              <a:rPr lang="fr-FR" noProof="0" dirty="0"/>
              <a:t>- </a:t>
            </a:r>
            <a:r>
              <a:rPr lang="fr-FR" noProof="0" dirty="0" err="1"/>
              <a:t>Absegnen</a:t>
            </a:r>
            <a:r>
              <a:rPr lang="fr-FR" noProof="0" dirty="0"/>
              <a:t> </a:t>
            </a:r>
            <a:r>
              <a:rPr lang="fr-FR" noProof="0" dirty="0" err="1"/>
              <a:t>vom</a:t>
            </a:r>
            <a:r>
              <a:rPr lang="fr-FR" noProof="0" dirty="0"/>
              <a:t> CDC </a:t>
            </a:r>
            <a:r>
              <a:rPr lang="fr-FR" noProof="0" dirty="0" err="1"/>
              <a:t>oder</a:t>
            </a:r>
            <a:r>
              <a:rPr lang="fr-FR" noProof="0" dirty="0"/>
              <a:t> </a:t>
            </a:r>
            <a:r>
              <a:rPr lang="fr-FR" noProof="0" dirty="0" err="1"/>
              <a:t>wie</a:t>
            </a:r>
            <a:r>
              <a:rPr lang="fr-FR" noProof="0" dirty="0"/>
              <a:t> </a:t>
            </a:r>
            <a:r>
              <a:rPr lang="fr-FR" noProof="0" dirty="0" err="1"/>
              <a:t>auch</a:t>
            </a:r>
            <a:r>
              <a:rPr lang="fr-FR" noProof="0" dirty="0"/>
              <a:t> </a:t>
            </a:r>
            <a:r>
              <a:rPr lang="fr-FR" noProof="0" dirty="0" err="1"/>
              <a:t>immer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das</a:t>
            </a:r>
            <a:r>
              <a:rPr lang="fr-FR" noProof="0" dirty="0"/>
              <a:t> </a:t>
            </a:r>
            <a:r>
              <a:rPr lang="fr-FR" noProof="0" dirty="0" err="1"/>
              <a:t>nenne</a:t>
            </a:r>
            <a:r>
              <a:rPr lang="fr-FR" noProof="0" dirty="0"/>
              <a:t> </a:t>
            </a:r>
            <a:r>
              <a:rPr lang="fr-FR" noProof="0" dirty="0" err="1"/>
              <a:t>wollen</a:t>
            </a:r>
            <a:r>
              <a:rPr lang="fr-FR" noProof="0" dirty="0"/>
              <a:t>=&gt; </a:t>
            </a:r>
            <a:r>
              <a:rPr lang="fr-FR" noProof="0" dirty="0" err="1"/>
              <a:t>Ziel</a:t>
            </a:r>
            <a:r>
              <a:rPr lang="fr-FR" noProof="0" dirty="0"/>
              <a:t> </a:t>
            </a:r>
            <a:r>
              <a:rPr lang="fr-FR" noProof="0" dirty="0" err="1"/>
              <a:t>gesamt</a:t>
            </a:r>
            <a:r>
              <a:rPr lang="fr-FR" noProof="0" dirty="0"/>
              <a:t>: </a:t>
            </a:r>
            <a:r>
              <a:rPr lang="fr-FR" noProof="0" dirty="0" err="1"/>
              <a:t>Dass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theoretisch</a:t>
            </a:r>
            <a:r>
              <a:rPr lang="fr-FR" noProof="0" dirty="0"/>
              <a:t> mit </a:t>
            </a:r>
            <a:r>
              <a:rPr lang="fr-FR" noProof="0" dirty="0" err="1"/>
              <a:t>einem</a:t>
            </a:r>
            <a:r>
              <a:rPr lang="fr-FR" noProof="0" dirty="0"/>
              <a:t> </a:t>
            </a:r>
            <a:r>
              <a:rPr lang="fr-FR" noProof="0" dirty="0" err="1"/>
              <a:t>ersten</a:t>
            </a:r>
            <a:r>
              <a:rPr lang="fr-FR" noProof="0" dirty="0"/>
              <a:t> CAD </a:t>
            </a:r>
            <a:r>
              <a:rPr lang="fr-FR" noProof="0" dirty="0" err="1"/>
              <a:t>anfangen</a:t>
            </a:r>
            <a:r>
              <a:rPr lang="fr-FR" noProof="0" dirty="0"/>
              <a:t> </a:t>
            </a:r>
            <a:r>
              <a:rPr lang="fr-FR" noProof="0" dirty="0" err="1"/>
              <a:t>können</a:t>
            </a:r>
            <a:r>
              <a:rPr lang="fr-FR" noProof="0" dirty="0"/>
              <a:t>=&gt; </a:t>
            </a:r>
            <a:r>
              <a:rPr lang="fr-FR" noProof="0" dirty="0" err="1"/>
              <a:t>Ziel</a:t>
            </a:r>
            <a:r>
              <a:rPr lang="fr-FR" noProof="0" dirty="0"/>
              <a:t>, </a:t>
            </a:r>
            <a:r>
              <a:rPr lang="fr-FR" noProof="0" dirty="0" err="1"/>
              <a:t>dass</a:t>
            </a:r>
            <a:r>
              <a:rPr lang="fr-FR" noProof="0" dirty="0"/>
              <a:t> </a:t>
            </a:r>
            <a:r>
              <a:rPr lang="fr-FR" noProof="0" dirty="0" err="1"/>
              <a:t>wir</a:t>
            </a:r>
            <a:r>
              <a:rPr lang="fr-FR" noProof="0" dirty="0"/>
              <a:t> </a:t>
            </a:r>
            <a:r>
              <a:rPr lang="fr-FR" noProof="0" dirty="0" err="1"/>
              <a:t>nächste</a:t>
            </a:r>
            <a:r>
              <a:rPr lang="fr-FR" noProof="0" dirty="0"/>
              <a:t> </a:t>
            </a:r>
            <a:r>
              <a:rPr lang="fr-FR" noProof="0" dirty="0" err="1"/>
              <a:t>Woche</a:t>
            </a:r>
            <a:r>
              <a:rPr lang="fr-FR" noProof="0" dirty="0"/>
              <a:t> </a:t>
            </a:r>
            <a:r>
              <a:rPr lang="fr-FR" noProof="0" dirty="0" err="1"/>
              <a:t>eine</a:t>
            </a:r>
            <a:r>
              <a:rPr lang="fr-FR" noProof="0" dirty="0"/>
              <a:t> </a:t>
            </a:r>
            <a:r>
              <a:rPr lang="fr-FR" noProof="0" dirty="0" err="1"/>
              <a:t>vollständige</a:t>
            </a:r>
            <a:r>
              <a:rPr lang="fr-FR" noProof="0" dirty="0"/>
              <a:t> V-</a:t>
            </a:r>
            <a:r>
              <a:rPr lang="fr-FR" noProof="0" dirty="0" err="1"/>
              <a:t>Modell</a:t>
            </a:r>
            <a:r>
              <a:rPr lang="fr-FR" noProof="0" dirty="0"/>
              <a:t>-</a:t>
            </a:r>
            <a:r>
              <a:rPr lang="fr-FR" noProof="0" dirty="0" err="1"/>
              <a:t>artige</a:t>
            </a:r>
            <a:r>
              <a:rPr lang="fr-FR" noProof="0" dirty="0"/>
              <a:t> </a:t>
            </a:r>
            <a:r>
              <a:rPr lang="fr-FR" noProof="0" dirty="0" err="1"/>
              <a:t>Grafik</a:t>
            </a:r>
            <a:r>
              <a:rPr lang="fr-FR" noProof="0" dirty="0"/>
              <a:t> </a:t>
            </a:r>
            <a:r>
              <a:rPr lang="fr-FR" noProof="0" dirty="0" err="1"/>
              <a:t>präsentieren</a:t>
            </a:r>
            <a:r>
              <a:rPr lang="fr-FR" noProof="0" dirty="0"/>
              <a:t> </a:t>
            </a:r>
            <a:r>
              <a:rPr lang="fr-FR" noProof="0" dirty="0" err="1"/>
              <a:t>könne</a:t>
            </a:r>
            <a:r>
              <a:rPr lang="fr-FR" noProof="0" dirty="0"/>
              <a:t>, an die </a:t>
            </a:r>
            <a:r>
              <a:rPr lang="fr-FR" noProof="0" dirty="0" err="1"/>
              <a:t>wir</a:t>
            </a:r>
            <a:r>
              <a:rPr lang="fr-FR" noProof="0" dirty="0"/>
              <a:t> uns </a:t>
            </a:r>
            <a:r>
              <a:rPr lang="fr-FR" noProof="0" dirty="0" err="1"/>
              <a:t>strikt</a:t>
            </a:r>
            <a:r>
              <a:rPr lang="fr-FR" noProof="0" dirty="0"/>
              <a:t> </a:t>
            </a:r>
            <a:r>
              <a:rPr lang="fr-FR" noProof="0" dirty="0" err="1"/>
              <a:t>halten</a:t>
            </a:r>
            <a:r>
              <a:rPr lang="fr-FR" noProof="0" dirty="0"/>
              <a:t>, </a:t>
            </a:r>
            <a:r>
              <a:rPr lang="fr-FR" noProof="0" dirty="0" err="1"/>
              <a:t>und</a:t>
            </a:r>
            <a:r>
              <a:rPr lang="fr-FR" noProof="0" dirty="0"/>
              <a:t> NACH DER BENOTET WIRD (</a:t>
            </a:r>
            <a:r>
              <a:rPr lang="fr-FR" noProof="0" dirty="0" err="1"/>
              <a:t>damit</a:t>
            </a:r>
            <a:r>
              <a:rPr lang="fr-FR" noProof="0" dirty="0"/>
              <a:t> </a:t>
            </a:r>
            <a:r>
              <a:rPr lang="fr-FR" noProof="0" dirty="0" err="1"/>
              <a:t>später</a:t>
            </a:r>
            <a:r>
              <a:rPr lang="fr-FR" noProof="0" dirty="0"/>
              <a:t> </a:t>
            </a:r>
            <a:r>
              <a:rPr lang="fr-FR" noProof="0" dirty="0" err="1"/>
              <a:t>kein</a:t>
            </a:r>
            <a:r>
              <a:rPr lang="fr-FR" noProof="0" dirty="0"/>
              <a:t> „aber </a:t>
            </a:r>
            <a:r>
              <a:rPr lang="fr-FR" noProof="0" dirty="0" err="1"/>
              <a:t>ich</a:t>
            </a:r>
            <a:r>
              <a:rPr lang="fr-FR" noProof="0" dirty="0"/>
              <a:t> </a:t>
            </a:r>
            <a:r>
              <a:rPr lang="fr-FR" noProof="0" dirty="0" err="1"/>
              <a:t>hätt</a:t>
            </a:r>
            <a:r>
              <a:rPr lang="fr-FR" noProof="0" dirty="0"/>
              <a:t> </a:t>
            </a:r>
            <a:r>
              <a:rPr lang="fr-FR" noProof="0" dirty="0" err="1"/>
              <a:t>das</a:t>
            </a:r>
            <a:r>
              <a:rPr lang="fr-FR" noProof="0" dirty="0"/>
              <a:t> </a:t>
            </a:r>
            <a:r>
              <a:rPr lang="fr-FR" noProof="0" dirty="0" err="1"/>
              <a:t>eigentlich</a:t>
            </a:r>
            <a:r>
              <a:rPr lang="fr-FR" noProof="0" dirty="0"/>
              <a:t> </a:t>
            </a:r>
            <a:r>
              <a:rPr lang="fr-FR" noProof="0" dirty="0" err="1"/>
              <a:t>doch</a:t>
            </a:r>
            <a:r>
              <a:rPr lang="fr-FR" noProof="0" dirty="0"/>
              <a:t> </a:t>
            </a:r>
            <a:r>
              <a:rPr lang="fr-FR" noProof="0" dirty="0" err="1"/>
              <a:t>lieber</a:t>
            </a:r>
            <a:r>
              <a:rPr lang="fr-FR" noProof="0" dirty="0"/>
              <a:t> </a:t>
            </a:r>
            <a:r>
              <a:rPr lang="fr-FR" noProof="0" dirty="0" err="1"/>
              <a:t>so</a:t>
            </a:r>
            <a:r>
              <a:rPr lang="fr-FR" noProof="0" dirty="0"/>
              <a:t>“ </a:t>
            </a:r>
            <a:r>
              <a:rPr lang="fr-FR" noProof="0" dirty="0" err="1"/>
              <a:t>rauskommt</a:t>
            </a:r>
            <a:r>
              <a:rPr lang="fr-FR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89982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UPMICROTECH">
      <a:dk1>
        <a:srgbClr val="2181BC"/>
      </a:dk1>
      <a:lt1>
        <a:sysClr val="window" lastClr="FFFFFF"/>
      </a:lt1>
      <a:dk2>
        <a:srgbClr val="2181BC"/>
      </a:dk2>
      <a:lt2>
        <a:srgbClr val="FFFFFF"/>
      </a:lt2>
      <a:accent1>
        <a:srgbClr val="2181BC"/>
      </a:accent1>
      <a:accent2>
        <a:srgbClr val="09A358"/>
      </a:accent2>
      <a:accent3>
        <a:srgbClr val="EA690A"/>
      </a:accent3>
      <a:accent4>
        <a:srgbClr val="FCE800"/>
      </a:accent4>
      <a:accent5>
        <a:srgbClr val="B51620"/>
      </a:accent5>
      <a:accent6>
        <a:srgbClr val="38368A"/>
      </a:accent6>
      <a:hlink>
        <a:srgbClr val="09A358"/>
      </a:hlink>
      <a:folHlink>
        <a:srgbClr val="DAE399"/>
      </a:folHlink>
    </a:clrScheme>
    <a:fontScheme name="SUPMICROTECH">
      <a:majorFont>
        <a:latin typeface="Segoe UI Black"/>
        <a:ea typeface=""/>
        <a:cs typeface=""/>
      </a:majorFont>
      <a:minorFont>
        <a:latin typeface="Segoe UI Histor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VerCraft_template.potx" id="{4BB313D5-350A-4EAA-A4F3-F03446A5F956}" vid="{8BACF1F6-B5D4-44F6-A811-1E0BFD6777D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25A43BC76E1146925E535E70234EDE" ma:contentTypeVersion="3" ma:contentTypeDescription="Create a new document." ma:contentTypeScope="" ma:versionID="d90040c039f78bc35f780a3628a8315e">
  <xsd:schema xmlns:xsd="http://www.w3.org/2001/XMLSchema" xmlns:xs="http://www.w3.org/2001/XMLSchema" xmlns:p="http://schemas.microsoft.com/office/2006/metadata/properties" xmlns:ns2="acbd1efe-d115-44a9-b528-5b0d5d8c9f15" targetNamespace="http://schemas.microsoft.com/office/2006/metadata/properties" ma:root="true" ma:fieldsID="0bf7d9eb068a1ed7732dcbabb90a6d04" ns2:_="">
    <xsd:import namespace="acbd1efe-d115-44a9-b528-5b0d5d8c9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bd1efe-d115-44a9-b528-5b0d5d8c9f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D69DE0-A835-4ECD-8887-7357C256A1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6B1095-2D77-4C9A-B8F3-3AB1EE6EF478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acbd1efe-d115-44a9-b528-5b0d5d8c9f15"/>
  </ds:schemaRefs>
</ds:datastoreItem>
</file>

<file path=customXml/itemProps3.xml><?xml version="1.0" encoding="utf-8"?>
<ds:datastoreItem xmlns:ds="http://schemas.openxmlformats.org/officeDocument/2006/customXml" ds:itemID="{9F345E10-D157-47F8-A687-EEEB0A678B51}">
  <ds:schemaRefs>
    <ds:schemaRef ds:uri="acbd1efe-d115-44a9-b528-5b0d5d8c9f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31a26ed-e288-49e8-8a94-cf238ac22662}" enabled="0" method="" siteId="{a31a26ed-e288-49e8-8a94-cf238ac2266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muVerCraft_template</Template>
  <TotalTime>0</TotalTime>
  <Words>262</Words>
  <Application>Microsoft Office PowerPoint</Application>
  <PresentationFormat>Bildschirmpräsentation (16:9)</PresentationFormat>
  <Paragraphs>13</Paragraphs>
  <Slides>7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 Black</vt:lpstr>
      <vt:lpstr>Segoe UI Historic</vt:lpstr>
      <vt:lpstr>Thème Office</vt:lpstr>
      <vt:lpstr>Projet µ-verCraft</vt:lpstr>
      <vt:lpstr>Préparation</vt:lpstr>
      <vt:lpstr>Des questions</vt:lpstr>
      <vt:lpstr>Notre proposition</vt:lpstr>
      <vt:lpstr>Remarques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Göbes</dc:creator>
  <cp:lastModifiedBy>Leon Volles</cp:lastModifiedBy>
  <cp:revision>1</cp:revision>
  <dcterms:created xsi:type="dcterms:W3CDTF">2025-09-17T12:46:15Z</dcterms:created>
  <dcterms:modified xsi:type="dcterms:W3CDTF">2025-09-24T11:52:29Z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0x0101003625A43BC76E1146925E535E70234EDE</vt:lpwstr>
  </property>
</Properties>
</file>