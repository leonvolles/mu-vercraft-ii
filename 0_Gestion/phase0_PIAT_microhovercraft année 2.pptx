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7" r:id="rId3"/>
    <p:sldId id="337" r:id="rId4"/>
    <p:sldId id="338" r:id="rId5"/>
    <p:sldId id="339" r:id="rId6"/>
    <p:sldId id="342" r:id="rId7"/>
    <p:sldId id="341" r:id="rId8"/>
  </p:sldIdLst>
  <p:sldSz cx="9144000" cy="5143500" type="screen16x9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A6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778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028766-1F48-4717-93DE-E98D42117E6D}" type="datetimeFigureOut">
              <a:rPr lang="fr-FR" smtClean="0"/>
              <a:t>10/09/2025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E0D2D3-FFAA-418E-ADE7-B37CE32F7AC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6939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25935" y="1126691"/>
            <a:ext cx="3958033" cy="1102519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23528" y="2553444"/>
            <a:ext cx="396044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313184" y="4767263"/>
            <a:ext cx="9360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3D05B2-27DF-41CE-A342-9FAE079889A3}" type="datetimeFigureOut">
              <a:rPr lang="fr-FR" smtClean="0"/>
              <a:pPr/>
              <a:t>10/09/2025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88368" y="4767263"/>
            <a:ext cx="28956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2E145-FA7F-4921-9EF7-088AF4E098E0}" type="slidenum">
              <a:rPr lang="fr-FR" smtClean="0"/>
              <a:t>‹N°›</a:t>
            </a:fld>
            <a:endParaRPr lang="fr-FR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1401318"/>
            <a:ext cx="3599688" cy="234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127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4608512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23528" y="2553444"/>
            <a:ext cx="396044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313184" y="4767263"/>
            <a:ext cx="9360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3D05B2-27DF-41CE-A342-9FAE079889A3}" type="datetimeFigureOut">
              <a:rPr lang="fr-FR" smtClean="0"/>
              <a:pPr/>
              <a:t>10/09/2025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88368" y="4767263"/>
            <a:ext cx="28956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ED2E145-FA7F-4921-9EF7-088AF4E098E0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1401318"/>
            <a:ext cx="3599687" cy="2340864"/>
          </a:xfrm>
          <a:prstGeom prst="rect">
            <a:avLst/>
          </a:prstGeom>
        </p:spPr>
      </p:pic>
      <p:sp>
        <p:nvSpPr>
          <p:cNvPr id="9" name="Titre 1"/>
          <p:cNvSpPr>
            <a:spLocks noGrp="1"/>
          </p:cNvSpPr>
          <p:nvPr>
            <p:ph type="ctrTitle"/>
          </p:nvPr>
        </p:nvSpPr>
        <p:spPr>
          <a:xfrm>
            <a:off x="325935" y="1126691"/>
            <a:ext cx="3958033" cy="110251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9338604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25935" y="1126691"/>
            <a:ext cx="3958033" cy="1102519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23528" y="2553444"/>
            <a:ext cx="396044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dirty="0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313184" y="4767263"/>
            <a:ext cx="9360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3D05B2-27DF-41CE-A342-9FAE079889A3}" type="datetimeFigureOut">
              <a:rPr lang="fr-FR" smtClean="0"/>
              <a:pPr/>
              <a:t>10/09/2025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88368" y="4767263"/>
            <a:ext cx="28956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2E145-FA7F-4921-9EF7-088AF4E098E0}" type="slidenum">
              <a:rPr lang="fr-FR" smtClean="0"/>
              <a:t>‹N°›</a:t>
            </a:fld>
            <a:endParaRPr lang="fr-FR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1593342"/>
            <a:ext cx="3599688" cy="19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034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4608512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25935" y="1126691"/>
            <a:ext cx="3958033" cy="110251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323528" y="2553444"/>
            <a:ext cx="396044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313184" y="4767263"/>
            <a:ext cx="9360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3D05B2-27DF-41CE-A342-9FAE079889A3}" type="datetimeFigureOut">
              <a:rPr lang="fr-FR" smtClean="0"/>
              <a:pPr/>
              <a:t>10/09/2025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88368" y="4767263"/>
            <a:ext cx="28956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ED2E145-FA7F-4921-9EF7-088AF4E098E0}" type="slidenum">
              <a:rPr lang="fr-FR" smtClean="0"/>
              <a:pPr/>
              <a:t>‹N°›</a:t>
            </a:fld>
            <a:endParaRPr lang="fr-FR" dirty="0"/>
          </a:p>
        </p:txBody>
      </p:sp>
      <p:pic>
        <p:nvPicPr>
          <p:cNvPr id="10" name="Image 9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54" b="14824"/>
          <a:stretch/>
        </p:blipFill>
        <p:spPr>
          <a:xfrm>
            <a:off x="5076056" y="1879600"/>
            <a:ext cx="3599687" cy="135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01696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205979"/>
            <a:ext cx="8219256" cy="857250"/>
          </a:xfrm>
        </p:spPr>
        <p:txBody>
          <a:bodyPr/>
          <a:lstStyle>
            <a:lvl1pPr algn="l">
              <a:defRPr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D05B2-27DF-41CE-A342-9FAE079889A3}" type="datetimeFigureOut">
              <a:rPr lang="fr-FR" smtClean="0"/>
              <a:t>10/09/2025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2E145-FA7F-4921-9EF7-088AF4E098E0}" type="slidenum">
              <a:rPr lang="fr-FR" smtClean="0"/>
              <a:t>‹N°›</a:t>
            </a:fld>
            <a:endParaRPr lang="fr-FR"/>
          </a:p>
        </p:txBody>
      </p:sp>
      <p:pic>
        <p:nvPicPr>
          <p:cNvPr id="8" name="Imag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91" t="17030" r="55269" b="17030"/>
          <a:stretch/>
        </p:blipFill>
        <p:spPr>
          <a:xfrm>
            <a:off x="-11566" y="267494"/>
            <a:ext cx="389808" cy="79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703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91" t="17030" r="55269" b="17030"/>
          <a:stretch/>
        </p:blipFill>
        <p:spPr>
          <a:xfrm>
            <a:off x="-11566" y="688876"/>
            <a:ext cx="1559230" cy="3168352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63688" y="3305176"/>
            <a:ext cx="6912767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763688" y="2180035"/>
            <a:ext cx="6912767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sp>
        <p:nvSpPr>
          <p:cNvPr id="8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1763688" y="4767263"/>
            <a:ext cx="9360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3D05B2-27DF-41CE-A342-9FAE079889A3}" type="datetimeFigureOut">
              <a:rPr lang="fr-FR" smtClean="0"/>
              <a:pPr/>
              <a:t>10/09/2025</a:t>
            </a:fld>
            <a:endParaRPr lang="fr-FR"/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838872" y="4767263"/>
            <a:ext cx="28956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ED2E145-FA7F-4921-9EF7-088AF4E098E0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39455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Titre de sectio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69" t="11823" r="55607" b="15611"/>
          <a:stretch/>
        </p:blipFill>
        <p:spPr>
          <a:xfrm>
            <a:off x="0" y="504911"/>
            <a:ext cx="1613093" cy="3467050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63688" y="3305176"/>
            <a:ext cx="6912767" cy="1021556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763688" y="2180035"/>
            <a:ext cx="6912767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sp>
        <p:nvSpPr>
          <p:cNvPr id="8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1763688" y="4767263"/>
            <a:ext cx="9360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3D05B2-27DF-41CE-A342-9FAE079889A3}" type="datetimeFigureOut">
              <a:rPr lang="fr-FR" smtClean="0"/>
              <a:pPr/>
              <a:t>10/09/2025</a:t>
            </a:fld>
            <a:endParaRPr lang="fr-FR"/>
          </a:p>
        </p:txBody>
      </p:sp>
      <p:sp>
        <p:nvSpPr>
          <p:cNvPr id="9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2838872" y="4767263"/>
            <a:ext cx="28956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10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ED2E145-FA7F-4921-9EF7-088AF4E098E0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20391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D05B2-27DF-41CE-A342-9FAE079889A3}" type="datetimeFigureOut">
              <a:rPr lang="fr-FR" smtClean="0"/>
              <a:t>10/09/2025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2E145-FA7F-4921-9EF7-088AF4E098E0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467544" y="205979"/>
            <a:ext cx="8219256" cy="857250"/>
          </a:xfrm>
        </p:spPr>
        <p:txBody>
          <a:bodyPr/>
          <a:lstStyle>
            <a:lvl1pPr algn="l">
              <a:defRPr/>
            </a:lvl1pPr>
          </a:lstStyle>
          <a:p>
            <a:r>
              <a:rPr lang="fr-FR" dirty="0"/>
              <a:t>Modifiez le style du titre</a:t>
            </a:r>
          </a:p>
        </p:txBody>
      </p:sp>
      <p:pic>
        <p:nvPicPr>
          <p:cNvPr id="11" name="Image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91" t="17030" r="55269" b="17030"/>
          <a:stretch/>
        </p:blipFill>
        <p:spPr>
          <a:xfrm>
            <a:off x="-11566" y="267494"/>
            <a:ext cx="389808" cy="79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955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151334"/>
            <a:ext cx="4040188" cy="628327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1851670"/>
            <a:ext cx="4040188" cy="27429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6" y="1151334"/>
            <a:ext cx="4041775" cy="628327"/>
          </a:xfrm>
        </p:spPr>
        <p:txBody>
          <a:bodyPr anchor="b">
            <a:no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6" y="1851670"/>
            <a:ext cx="4041775" cy="274295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D05B2-27DF-41CE-A342-9FAE079889A3}" type="datetimeFigureOut">
              <a:rPr lang="fr-FR" smtClean="0"/>
              <a:t>10/09/2025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2E145-FA7F-4921-9EF7-088AF4E098E0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Titre 1"/>
          <p:cNvSpPr>
            <a:spLocks noGrp="1"/>
          </p:cNvSpPr>
          <p:nvPr>
            <p:ph type="title"/>
          </p:nvPr>
        </p:nvSpPr>
        <p:spPr>
          <a:xfrm>
            <a:off x="467544" y="205979"/>
            <a:ext cx="8219256" cy="857250"/>
          </a:xfrm>
        </p:spPr>
        <p:txBody>
          <a:bodyPr/>
          <a:lstStyle>
            <a:lvl1pPr algn="l">
              <a:defRPr/>
            </a:lvl1pPr>
          </a:lstStyle>
          <a:p>
            <a:r>
              <a:rPr lang="fr-FR" dirty="0"/>
              <a:t>Modifiez le style du titre</a:t>
            </a:r>
          </a:p>
        </p:txBody>
      </p:sp>
      <p:pic>
        <p:nvPicPr>
          <p:cNvPr id="13" name="Image 1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91" t="17030" r="55269" b="17030"/>
          <a:stretch/>
        </p:blipFill>
        <p:spPr>
          <a:xfrm>
            <a:off x="-11566" y="267494"/>
            <a:ext cx="389808" cy="79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814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D05B2-27DF-41CE-A342-9FAE079889A3}" type="datetimeFigureOut">
              <a:rPr lang="fr-FR" smtClean="0"/>
              <a:t>10/09/2025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2E145-FA7F-4921-9EF7-088AF4E098E0}" type="slidenum">
              <a:rPr lang="fr-FR" smtClean="0"/>
              <a:t>‹N°›</a:t>
            </a:fld>
            <a:endParaRPr lang="fr-FR"/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467544" y="205979"/>
            <a:ext cx="8219256" cy="857250"/>
          </a:xfrm>
        </p:spPr>
        <p:txBody>
          <a:bodyPr/>
          <a:lstStyle>
            <a:lvl1pPr algn="l">
              <a:defRPr/>
            </a:lvl1pPr>
          </a:lstStyle>
          <a:p>
            <a:r>
              <a:rPr lang="fr-FR" dirty="0"/>
              <a:t>Modifiez le style du titre</a:t>
            </a:r>
          </a:p>
        </p:txBody>
      </p:sp>
      <p:pic>
        <p:nvPicPr>
          <p:cNvPr id="9" name="Image 8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91" t="17030" r="55269" b="17030"/>
          <a:stretch/>
        </p:blipFill>
        <p:spPr>
          <a:xfrm>
            <a:off x="-11566" y="267494"/>
            <a:ext cx="389808" cy="79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680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D05B2-27DF-41CE-A342-9FAE079889A3}" type="datetimeFigureOut">
              <a:rPr lang="fr-FR" smtClean="0"/>
              <a:t>10/09/2025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2E145-FA7F-4921-9EF7-088AF4E098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0238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D05B2-27DF-41CE-A342-9FAE079889A3}" type="datetimeFigureOut">
              <a:rPr lang="fr-FR" smtClean="0"/>
              <a:t>10/09/2025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2E145-FA7F-4921-9EF7-088AF4E098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44739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67544" y="3816474"/>
            <a:ext cx="8208912" cy="425054"/>
          </a:xfrm>
        </p:spPr>
        <p:txBody>
          <a:bodyPr anchor="b"/>
          <a:lstStyle>
            <a:lvl1pPr algn="ctr">
              <a:defRPr sz="2000" b="1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365187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67544" y="4241527"/>
            <a:ext cx="8208912" cy="418455"/>
          </a:xfrm>
        </p:spPr>
        <p:txBody>
          <a:bodyPr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dirty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D05B2-27DF-41CE-A342-9FAE079889A3}" type="datetimeFigureOut">
              <a:rPr lang="fr-FR" smtClean="0"/>
              <a:t>10/09/2025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2E145-FA7F-4921-9EF7-088AF4E098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8234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528" y="3219822"/>
            <a:ext cx="324036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995936" y="0"/>
            <a:ext cx="5148064" cy="514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23528" y="3644875"/>
            <a:ext cx="324036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7668344" y="4767263"/>
            <a:ext cx="1018456" cy="273844"/>
          </a:xfrm>
        </p:spPr>
        <p:txBody>
          <a:bodyPr/>
          <a:lstStyle/>
          <a:p>
            <a:fld id="{7ED2E145-FA7F-4921-9EF7-088AF4E098E0}" type="slidenum">
              <a:rPr lang="fr-FR" smtClean="0"/>
              <a:t>‹N°›</a:t>
            </a:fld>
            <a:endParaRPr lang="fr-FR"/>
          </a:p>
        </p:txBody>
      </p:sp>
      <p:sp>
        <p:nvSpPr>
          <p:cNvPr id="10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313184" y="4767263"/>
            <a:ext cx="9360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3D05B2-27DF-41CE-A342-9FAE079889A3}" type="datetimeFigureOut">
              <a:rPr lang="fr-FR" smtClean="0"/>
              <a:pPr/>
              <a:t>10/09/2025</a:t>
            </a:fld>
            <a:endParaRPr lang="fr-FR"/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88368" y="4767263"/>
            <a:ext cx="2895600" cy="273844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  <p:pic>
        <p:nvPicPr>
          <p:cNvPr id="12" name="Image 11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91" t="17030" r="55269" b="17030"/>
          <a:stretch/>
        </p:blipFill>
        <p:spPr>
          <a:xfrm>
            <a:off x="-11566" y="267494"/>
            <a:ext cx="389808" cy="79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708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4_Image avec légen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528" y="1995686"/>
            <a:ext cx="3240360" cy="425054"/>
          </a:xfrm>
        </p:spPr>
        <p:txBody>
          <a:bodyPr anchor="b"/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876654" y="31509"/>
            <a:ext cx="5015826" cy="5094330"/>
          </a:xfrm>
          <a:custGeom>
            <a:avLst/>
            <a:gdLst>
              <a:gd name="connsiteX0" fmla="*/ 0 w 3708000"/>
              <a:gd name="connsiteY0" fmla="*/ 1854000 h 3708000"/>
              <a:gd name="connsiteX1" fmla="*/ 1854000 w 3708000"/>
              <a:gd name="connsiteY1" fmla="*/ 0 h 3708000"/>
              <a:gd name="connsiteX2" fmla="*/ 3708000 w 3708000"/>
              <a:gd name="connsiteY2" fmla="*/ 1854000 h 3708000"/>
              <a:gd name="connsiteX3" fmla="*/ 1854000 w 3708000"/>
              <a:gd name="connsiteY3" fmla="*/ 3708000 h 3708000"/>
              <a:gd name="connsiteX4" fmla="*/ 0 w 3708000"/>
              <a:gd name="connsiteY4" fmla="*/ 1854000 h 3708000"/>
              <a:gd name="connsiteX0" fmla="*/ 0 w 3708000"/>
              <a:gd name="connsiteY0" fmla="*/ 1854000 h 3708000"/>
              <a:gd name="connsiteX1" fmla="*/ 1854000 w 3708000"/>
              <a:gd name="connsiteY1" fmla="*/ 0 h 3708000"/>
              <a:gd name="connsiteX2" fmla="*/ 2026777 w 3708000"/>
              <a:gd name="connsiteY2" fmla="*/ 178802 h 3708000"/>
              <a:gd name="connsiteX3" fmla="*/ 3708000 w 3708000"/>
              <a:gd name="connsiteY3" fmla="*/ 1854000 h 3708000"/>
              <a:gd name="connsiteX4" fmla="*/ 1854000 w 3708000"/>
              <a:gd name="connsiteY4" fmla="*/ 3708000 h 3708000"/>
              <a:gd name="connsiteX5" fmla="*/ 0 w 3708000"/>
              <a:gd name="connsiteY5" fmla="*/ 1854000 h 3708000"/>
              <a:gd name="connsiteX0" fmla="*/ 0 w 3708000"/>
              <a:gd name="connsiteY0" fmla="*/ 1854000 h 3708000"/>
              <a:gd name="connsiteX1" fmla="*/ 1676734 w 3708000"/>
              <a:gd name="connsiteY1" fmla="*/ 169277 h 3708000"/>
              <a:gd name="connsiteX2" fmla="*/ 1854000 w 3708000"/>
              <a:gd name="connsiteY2" fmla="*/ 0 h 3708000"/>
              <a:gd name="connsiteX3" fmla="*/ 2026777 w 3708000"/>
              <a:gd name="connsiteY3" fmla="*/ 178802 h 3708000"/>
              <a:gd name="connsiteX4" fmla="*/ 3708000 w 3708000"/>
              <a:gd name="connsiteY4" fmla="*/ 1854000 h 3708000"/>
              <a:gd name="connsiteX5" fmla="*/ 1854000 w 3708000"/>
              <a:gd name="connsiteY5" fmla="*/ 3708000 h 3708000"/>
              <a:gd name="connsiteX6" fmla="*/ 0 w 3708000"/>
              <a:gd name="connsiteY6" fmla="*/ 1854000 h 3708000"/>
              <a:gd name="connsiteX0" fmla="*/ 0 w 3708000"/>
              <a:gd name="connsiteY0" fmla="*/ 1684723 h 3538723"/>
              <a:gd name="connsiteX1" fmla="*/ 1676734 w 3708000"/>
              <a:gd name="connsiteY1" fmla="*/ 0 h 3538723"/>
              <a:gd name="connsiteX2" fmla="*/ 2026777 w 3708000"/>
              <a:gd name="connsiteY2" fmla="*/ 9525 h 3538723"/>
              <a:gd name="connsiteX3" fmla="*/ 3708000 w 3708000"/>
              <a:gd name="connsiteY3" fmla="*/ 1684723 h 3538723"/>
              <a:gd name="connsiteX4" fmla="*/ 1854000 w 3708000"/>
              <a:gd name="connsiteY4" fmla="*/ 3538723 h 3538723"/>
              <a:gd name="connsiteX5" fmla="*/ 0 w 3708000"/>
              <a:gd name="connsiteY5" fmla="*/ 1684723 h 3538723"/>
              <a:gd name="connsiteX0" fmla="*/ 0 w 3708000"/>
              <a:gd name="connsiteY0" fmla="*/ 1793761 h 3647761"/>
              <a:gd name="connsiteX1" fmla="*/ 1676734 w 3708000"/>
              <a:gd name="connsiteY1" fmla="*/ 109038 h 3647761"/>
              <a:gd name="connsiteX2" fmla="*/ 2026777 w 3708000"/>
              <a:gd name="connsiteY2" fmla="*/ 118563 h 3647761"/>
              <a:gd name="connsiteX3" fmla="*/ 3708000 w 3708000"/>
              <a:gd name="connsiteY3" fmla="*/ 1793761 h 3647761"/>
              <a:gd name="connsiteX4" fmla="*/ 1854000 w 3708000"/>
              <a:gd name="connsiteY4" fmla="*/ 3647761 h 3647761"/>
              <a:gd name="connsiteX5" fmla="*/ 0 w 3708000"/>
              <a:gd name="connsiteY5" fmla="*/ 1793761 h 3647761"/>
              <a:gd name="connsiteX0" fmla="*/ 0 w 3708000"/>
              <a:gd name="connsiteY0" fmla="*/ 1862320 h 3716320"/>
              <a:gd name="connsiteX1" fmla="*/ 1676734 w 3708000"/>
              <a:gd name="connsiteY1" fmla="*/ 177597 h 3716320"/>
              <a:gd name="connsiteX2" fmla="*/ 2026777 w 3708000"/>
              <a:gd name="connsiteY2" fmla="*/ 187122 h 3716320"/>
              <a:gd name="connsiteX3" fmla="*/ 3708000 w 3708000"/>
              <a:gd name="connsiteY3" fmla="*/ 1862320 h 3716320"/>
              <a:gd name="connsiteX4" fmla="*/ 1854000 w 3708000"/>
              <a:gd name="connsiteY4" fmla="*/ 3716320 h 3716320"/>
              <a:gd name="connsiteX5" fmla="*/ 0 w 3708000"/>
              <a:gd name="connsiteY5" fmla="*/ 1862320 h 3716320"/>
              <a:gd name="connsiteX0" fmla="*/ 0 w 3708000"/>
              <a:gd name="connsiteY0" fmla="*/ 1847218 h 3701218"/>
              <a:gd name="connsiteX1" fmla="*/ 1676734 w 3708000"/>
              <a:gd name="connsiteY1" fmla="*/ 162495 h 3701218"/>
              <a:gd name="connsiteX2" fmla="*/ 2026777 w 3708000"/>
              <a:gd name="connsiteY2" fmla="*/ 172020 h 3701218"/>
              <a:gd name="connsiteX3" fmla="*/ 3708000 w 3708000"/>
              <a:gd name="connsiteY3" fmla="*/ 1847218 h 3701218"/>
              <a:gd name="connsiteX4" fmla="*/ 1854000 w 3708000"/>
              <a:gd name="connsiteY4" fmla="*/ 3701218 h 3701218"/>
              <a:gd name="connsiteX5" fmla="*/ 0 w 3708000"/>
              <a:gd name="connsiteY5" fmla="*/ 1847218 h 3701218"/>
              <a:gd name="connsiteX0" fmla="*/ 0 w 3708000"/>
              <a:gd name="connsiteY0" fmla="*/ 1827445 h 3681445"/>
              <a:gd name="connsiteX1" fmla="*/ 1676734 w 3708000"/>
              <a:gd name="connsiteY1" fmla="*/ 142722 h 3681445"/>
              <a:gd name="connsiteX2" fmla="*/ 2026777 w 3708000"/>
              <a:gd name="connsiteY2" fmla="*/ 152247 h 3681445"/>
              <a:gd name="connsiteX3" fmla="*/ 3708000 w 3708000"/>
              <a:gd name="connsiteY3" fmla="*/ 1827445 h 3681445"/>
              <a:gd name="connsiteX4" fmla="*/ 1854000 w 3708000"/>
              <a:gd name="connsiteY4" fmla="*/ 3681445 h 3681445"/>
              <a:gd name="connsiteX5" fmla="*/ 0 w 3708000"/>
              <a:gd name="connsiteY5" fmla="*/ 1827445 h 3681445"/>
              <a:gd name="connsiteX0" fmla="*/ 0 w 3708000"/>
              <a:gd name="connsiteY0" fmla="*/ 1813232 h 3667232"/>
              <a:gd name="connsiteX1" fmla="*/ 1676734 w 3708000"/>
              <a:gd name="connsiteY1" fmla="*/ 128509 h 3667232"/>
              <a:gd name="connsiteX2" fmla="*/ 2026777 w 3708000"/>
              <a:gd name="connsiteY2" fmla="*/ 138034 h 3667232"/>
              <a:gd name="connsiteX3" fmla="*/ 3708000 w 3708000"/>
              <a:gd name="connsiteY3" fmla="*/ 1813232 h 3667232"/>
              <a:gd name="connsiteX4" fmla="*/ 1854000 w 3708000"/>
              <a:gd name="connsiteY4" fmla="*/ 3667232 h 3667232"/>
              <a:gd name="connsiteX5" fmla="*/ 0 w 3708000"/>
              <a:gd name="connsiteY5" fmla="*/ 1813232 h 3667232"/>
              <a:gd name="connsiteX0" fmla="*/ 0 w 3708000"/>
              <a:gd name="connsiteY0" fmla="*/ 1792525 h 3646525"/>
              <a:gd name="connsiteX1" fmla="*/ 1676734 w 3708000"/>
              <a:gd name="connsiteY1" fmla="*/ 107802 h 3646525"/>
              <a:gd name="connsiteX2" fmla="*/ 2026777 w 3708000"/>
              <a:gd name="connsiteY2" fmla="*/ 117327 h 3646525"/>
              <a:gd name="connsiteX3" fmla="*/ 3708000 w 3708000"/>
              <a:gd name="connsiteY3" fmla="*/ 1792525 h 3646525"/>
              <a:gd name="connsiteX4" fmla="*/ 1854000 w 3708000"/>
              <a:gd name="connsiteY4" fmla="*/ 3646525 h 3646525"/>
              <a:gd name="connsiteX5" fmla="*/ 0 w 3708000"/>
              <a:gd name="connsiteY5" fmla="*/ 1792525 h 3646525"/>
              <a:gd name="connsiteX0" fmla="*/ 0 w 3708000"/>
              <a:gd name="connsiteY0" fmla="*/ 1801788 h 3655788"/>
              <a:gd name="connsiteX1" fmla="*/ 1676734 w 3708000"/>
              <a:gd name="connsiteY1" fmla="*/ 117065 h 3655788"/>
              <a:gd name="connsiteX2" fmla="*/ 2026777 w 3708000"/>
              <a:gd name="connsiteY2" fmla="*/ 126590 h 3655788"/>
              <a:gd name="connsiteX3" fmla="*/ 3708000 w 3708000"/>
              <a:gd name="connsiteY3" fmla="*/ 1801788 h 3655788"/>
              <a:gd name="connsiteX4" fmla="*/ 1854000 w 3708000"/>
              <a:gd name="connsiteY4" fmla="*/ 3655788 h 3655788"/>
              <a:gd name="connsiteX5" fmla="*/ 0 w 3708000"/>
              <a:gd name="connsiteY5" fmla="*/ 1801788 h 3655788"/>
              <a:gd name="connsiteX0" fmla="*/ 0 w 3708000"/>
              <a:gd name="connsiteY0" fmla="*/ 1804327 h 3658327"/>
              <a:gd name="connsiteX1" fmla="*/ 1676734 w 3708000"/>
              <a:gd name="connsiteY1" fmla="*/ 119604 h 3658327"/>
              <a:gd name="connsiteX2" fmla="*/ 2026777 w 3708000"/>
              <a:gd name="connsiteY2" fmla="*/ 129129 h 3658327"/>
              <a:gd name="connsiteX3" fmla="*/ 3708000 w 3708000"/>
              <a:gd name="connsiteY3" fmla="*/ 1804327 h 3658327"/>
              <a:gd name="connsiteX4" fmla="*/ 1854000 w 3708000"/>
              <a:gd name="connsiteY4" fmla="*/ 3658327 h 3658327"/>
              <a:gd name="connsiteX5" fmla="*/ 0 w 3708000"/>
              <a:gd name="connsiteY5" fmla="*/ 1804327 h 3658327"/>
              <a:gd name="connsiteX0" fmla="*/ 0 w 3708000"/>
              <a:gd name="connsiteY0" fmla="*/ 1804327 h 3658327"/>
              <a:gd name="connsiteX1" fmla="*/ 1676734 w 3708000"/>
              <a:gd name="connsiteY1" fmla="*/ 119604 h 3658327"/>
              <a:gd name="connsiteX2" fmla="*/ 2026777 w 3708000"/>
              <a:gd name="connsiteY2" fmla="*/ 129129 h 3658327"/>
              <a:gd name="connsiteX3" fmla="*/ 3708000 w 3708000"/>
              <a:gd name="connsiteY3" fmla="*/ 1804327 h 3658327"/>
              <a:gd name="connsiteX4" fmla="*/ 3546015 w 3708000"/>
              <a:gd name="connsiteY4" fmla="*/ 1967454 h 3658327"/>
              <a:gd name="connsiteX5" fmla="*/ 1854000 w 3708000"/>
              <a:gd name="connsiteY5" fmla="*/ 3658327 h 3658327"/>
              <a:gd name="connsiteX6" fmla="*/ 0 w 3708000"/>
              <a:gd name="connsiteY6" fmla="*/ 1804327 h 3658327"/>
              <a:gd name="connsiteX0" fmla="*/ 0 w 3708000"/>
              <a:gd name="connsiteY0" fmla="*/ 1804327 h 3658327"/>
              <a:gd name="connsiteX1" fmla="*/ 1676734 w 3708000"/>
              <a:gd name="connsiteY1" fmla="*/ 119604 h 3658327"/>
              <a:gd name="connsiteX2" fmla="*/ 2026777 w 3708000"/>
              <a:gd name="connsiteY2" fmla="*/ 129129 h 3658327"/>
              <a:gd name="connsiteX3" fmla="*/ 3550777 w 3708000"/>
              <a:gd name="connsiteY3" fmla="*/ 1645985 h 3658327"/>
              <a:gd name="connsiteX4" fmla="*/ 3708000 w 3708000"/>
              <a:gd name="connsiteY4" fmla="*/ 1804327 h 3658327"/>
              <a:gd name="connsiteX5" fmla="*/ 3546015 w 3708000"/>
              <a:gd name="connsiteY5" fmla="*/ 1967454 h 3658327"/>
              <a:gd name="connsiteX6" fmla="*/ 1854000 w 3708000"/>
              <a:gd name="connsiteY6" fmla="*/ 3658327 h 3658327"/>
              <a:gd name="connsiteX7" fmla="*/ 0 w 3708000"/>
              <a:gd name="connsiteY7" fmla="*/ 1804327 h 3658327"/>
              <a:gd name="connsiteX0" fmla="*/ 0 w 3550777"/>
              <a:gd name="connsiteY0" fmla="*/ 1804327 h 3658327"/>
              <a:gd name="connsiteX1" fmla="*/ 1676734 w 3550777"/>
              <a:gd name="connsiteY1" fmla="*/ 119604 h 3658327"/>
              <a:gd name="connsiteX2" fmla="*/ 2026777 w 3550777"/>
              <a:gd name="connsiteY2" fmla="*/ 129129 h 3658327"/>
              <a:gd name="connsiteX3" fmla="*/ 3550777 w 3550777"/>
              <a:gd name="connsiteY3" fmla="*/ 1645985 h 3658327"/>
              <a:gd name="connsiteX4" fmla="*/ 3546015 w 3550777"/>
              <a:gd name="connsiteY4" fmla="*/ 1967454 h 3658327"/>
              <a:gd name="connsiteX5" fmla="*/ 1854000 w 3550777"/>
              <a:gd name="connsiteY5" fmla="*/ 3658327 h 3658327"/>
              <a:gd name="connsiteX6" fmla="*/ 0 w 3550777"/>
              <a:gd name="connsiteY6" fmla="*/ 1804327 h 3658327"/>
              <a:gd name="connsiteX0" fmla="*/ 0 w 3616935"/>
              <a:gd name="connsiteY0" fmla="*/ 1804327 h 3658327"/>
              <a:gd name="connsiteX1" fmla="*/ 1676734 w 3616935"/>
              <a:gd name="connsiteY1" fmla="*/ 119604 h 3658327"/>
              <a:gd name="connsiteX2" fmla="*/ 2026777 w 3616935"/>
              <a:gd name="connsiteY2" fmla="*/ 129129 h 3658327"/>
              <a:gd name="connsiteX3" fmla="*/ 3550777 w 3616935"/>
              <a:gd name="connsiteY3" fmla="*/ 1645985 h 3658327"/>
              <a:gd name="connsiteX4" fmla="*/ 3546015 w 3616935"/>
              <a:gd name="connsiteY4" fmla="*/ 1967454 h 3658327"/>
              <a:gd name="connsiteX5" fmla="*/ 1854000 w 3616935"/>
              <a:gd name="connsiteY5" fmla="*/ 3658327 h 3658327"/>
              <a:gd name="connsiteX6" fmla="*/ 0 w 3616935"/>
              <a:gd name="connsiteY6" fmla="*/ 1804327 h 3658327"/>
              <a:gd name="connsiteX0" fmla="*/ 0 w 3672630"/>
              <a:gd name="connsiteY0" fmla="*/ 1804327 h 3658327"/>
              <a:gd name="connsiteX1" fmla="*/ 1676734 w 3672630"/>
              <a:gd name="connsiteY1" fmla="*/ 119604 h 3658327"/>
              <a:gd name="connsiteX2" fmla="*/ 2026777 w 3672630"/>
              <a:gd name="connsiteY2" fmla="*/ 129129 h 3658327"/>
              <a:gd name="connsiteX3" fmla="*/ 3550777 w 3672630"/>
              <a:gd name="connsiteY3" fmla="*/ 1645985 h 3658327"/>
              <a:gd name="connsiteX4" fmla="*/ 3546015 w 3672630"/>
              <a:gd name="connsiteY4" fmla="*/ 1967454 h 3658327"/>
              <a:gd name="connsiteX5" fmla="*/ 1854000 w 3672630"/>
              <a:gd name="connsiteY5" fmla="*/ 3658327 h 3658327"/>
              <a:gd name="connsiteX6" fmla="*/ 0 w 3672630"/>
              <a:gd name="connsiteY6" fmla="*/ 1804327 h 3658327"/>
              <a:gd name="connsiteX0" fmla="*/ 0 w 3668977"/>
              <a:gd name="connsiteY0" fmla="*/ 1804327 h 3658327"/>
              <a:gd name="connsiteX1" fmla="*/ 1676734 w 3668977"/>
              <a:gd name="connsiteY1" fmla="*/ 119604 h 3658327"/>
              <a:gd name="connsiteX2" fmla="*/ 2026777 w 3668977"/>
              <a:gd name="connsiteY2" fmla="*/ 129129 h 3658327"/>
              <a:gd name="connsiteX3" fmla="*/ 3550777 w 3668977"/>
              <a:gd name="connsiteY3" fmla="*/ 1645985 h 3658327"/>
              <a:gd name="connsiteX4" fmla="*/ 3546015 w 3668977"/>
              <a:gd name="connsiteY4" fmla="*/ 1967454 h 3658327"/>
              <a:gd name="connsiteX5" fmla="*/ 1854000 w 3668977"/>
              <a:gd name="connsiteY5" fmla="*/ 3658327 h 3658327"/>
              <a:gd name="connsiteX6" fmla="*/ 0 w 3668977"/>
              <a:gd name="connsiteY6" fmla="*/ 1804327 h 3658327"/>
              <a:gd name="connsiteX0" fmla="*/ 0 w 3668977"/>
              <a:gd name="connsiteY0" fmla="*/ 1804327 h 3658327"/>
              <a:gd name="connsiteX1" fmla="*/ 290847 w 3668977"/>
              <a:gd name="connsiteY1" fmla="*/ 1512635 h 3658327"/>
              <a:gd name="connsiteX2" fmla="*/ 1676734 w 3668977"/>
              <a:gd name="connsiteY2" fmla="*/ 119604 h 3658327"/>
              <a:gd name="connsiteX3" fmla="*/ 2026777 w 3668977"/>
              <a:gd name="connsiteY3" fmla="*/ 129129 h 3658327"/>
              <a:gd name="connsiteX4" fmla="*/ 3550777 w 3668977"/>
              <a:gd name="connsiteY4" fmla="*/ 1645985 h 3658327"/>
              <a:gd name="connsiteX5" fmla="*/ 3546015 w 3668977"/>
              <a:gd name="connsiteY5" fmla="*/ 1967454 h 3658327"/>
              <a:gd name="connsiteX6" fmla="*/ 1854000 w 3668977"/>
              <a:gd name="connsiteY6" fmla="*/ 3658327 h 3658327"/>
              <a:gd name="connsiteX7" fmla="*/ 0 w 3668977"/>
              <a:gd name="connsiteY7" fmla="*/ 1804327 h 3658327"/>
              <a:gd name="connsiteX0" fmla="*/ 0 w 3668977"/>
              <a:gd name="connsiteY0" fmla="*/ 1804327 h 3658327"/>
              <a:gd name="connsiteX1" fmla="*/ 290847 w 3668977"/>
              <a:gd name="connsiteY1" fmla="*/ 1512635 h 3658327"/>
              <a:gd name="connsiteX2" fmla="*/ 1676734 w 3668977"/>
              <a:gd name="connsiteY2" fmla="*/ 119604 h 3658327"/>
              <a:gd name="connsiteX3" fmla="*/ 2026777 w 3668977"/>
              <a:gd name="connsiteY3" fmla="*/ 129129 h 3658327"/>
              <a:gd name="connsiteX4" fmla="*/ 3550777 w 3668977"/>
              <a:gd name="connsiteY4" fmla="*/ 1645985 h 3658327"/>
              <a:gd name="connsiteX5" fmla="*/ 3546015 w 3668977"/>
              <a:gd name="connsiteY5" fmla="*/ 1967454 h 3658327"/>
              <a:gd name="connsiteX6" fmla="*/ 1854000 w 3668977"/>
              <a:gd name="connsiteY6" fmla="*/ 3658327 h 3658327"/>
              <a:gd name="connsiteX7" fmla="*/ 262272 w 3668977"/>
              <a:gd name="connsiteY7" fmla="*/ 2067466 h 3658327"/>
              <a:gd name="connsiteX8" fmla="*/ 0 w 3668977"/>
              <a:gd name="connsiteY8" fmla="*/ 1804327 h 3658327"/>
              <a:gd name="connsiteX0" fmla="*/ 0 w 3406705"/>
              <a:gd name="connsiteY0" fmla="*/ 2067466 h 3658327"/>
              <a:gd name="connsiteX1" fmla="*/ 28575 w 3406705"/>
              <a:gd name="connsiteY1" fmla="*/ 1512635 h 3658327"/>
              <a:gd name="connsiteX2" fmla="*/ 1414462 w 3406705"/>
              <a:gd name="connsiteY2" fmla="*/ 119604 h 3658327"/>
              <a:gd name="connsiteX3" fmla="*/ 1764505 w 3406705"/>
              <a:gd name="connsiteY3" fmla="*/ 129129 h 3658327"/>
              <a:gd name="connsiteX4" fmla="*/ 3288505 w 3406705"/>
              <a:gd name="connsiteY4" fmla="*/ 1645985 h 3658327"/>
              <a:gd name="connsiteX5" fmla="*/ 3283743 w 3406705"/>
              <a:gd name="connsiteY5" fmla="*/ 1967454 h 3658327"/>
              <a:gd name="connsiteX6" fmla="*/ 1591728 w 3406705"/>
              <a:gd name="connsiteY6" fmla="*/ 3658327 h 3658327"/>
              <a:gd name="connsiteX7" fmla="*/ 0 w 3406705"/>
              <a:gd name="connsiteY7" fmla="*/ 2067466 h 3658327"/>
              <a:gd name="connsiteX0" fmla="*/ 227665 w 3634370"/>
              <a:gd name="connsiteY0" fmla="*/ 2067466 h 3658327"/>
              <a:gd name="connsiteX1" fmla="*/ 256240 w 3634370"/>
              <a:gd name="connsiteY1" fmla="*/ 1512635 h 3658327"/>
              <a:gd name="connsiteX2" fmla="*/ 1642127 w 3634370"/>
              <a:gd name="connsiteY2" fmla="*/ 119604 h 3658327"/>
              <a:gd name="connsiteX3" fmla="*/ 1992170 w 3634370"/>
              <a:gd name="connsiteY3" fmla="*/ 129129 h 3658327"/>
              <a:gd name="connsiteX4" fmla="*/ 3516170 w 3634370"/>
              <a:gd name="connsiteY4" fmla="*/ 1645985 h 3658327"/>
              <a:gd name="connsiteX5" fmla="*/ 3511408 w 3634370"/>
              <a:gd name="connsiteY5" fmla="*/ 1967454 h 3658327"/>
              <a:gd name="connsiteX6" fmla="*/ 1819393 w 3634370"/>
              <a:gd name="connsiteY6" fmla="*/ 3658327 h 3658327"/>
              <a:gd name="connsiteX7" fmla="*/ 227665 w 3634370"/>
              <a:gd name="connsiteY7" fmla="*/ 2067466 h 3658327"/>
              <a:gd name="connsiteX0" fmla="*/ 306641 w 3713346"/>
              <a:gd name="connsiteY0" fmla="*/ 2067466 h 3658327"/>
              <a:gd name="connsiteX1" fmla="*/ 335216 w 3713346"/>
              <a:gd name="connsiteY1" fmla="*/ 1512635 h 3658327"/>
              <a:gd name="connsiteX2" fmla="*/ 1721103 w 3713346"/>
              <a:gd name="connsiteY2" fmla="*/ 119604 h 3658327"/>
              <a:gd name="connsiteX3" fmla="*/ 2071146 w 3713346"/>
              <a:gd name="connsiteY3" fmla="*/ 129129 h 3658327"/>
              <a:gd name="connsiteX4" fmla="*/ 3595146 w 3713346"/>
              <a:gd name="connsiteY4" fmla="*/ 1645985 h 3658327"/>
              <a:gd name="connsiteX5" fmla="*/ 3590384 w 3713346"/>
              <a:gd name="connsiteY5" fmla="*/ 1967454 h 3658327"/>
              <a:gd name="connsiteX6" fmla="*/ 1898369 w 3713346"/>
              <a:gd name="connsiteY6" fmla="*/ 3658327 h 3658327"/>
              <a:gd name="connsiteX7" fmla="*/ 306641 w 3713346"/>
              <a:gd name="connsiteY7" fmla="*/ 2067466 h 3658327"/>
              <a:gd name="connsiteX0" fmla="*/ 210755 w 3617460"/>
              <a:gd name="connsiteY0" fmla="*/ 2067466 h 3658327"/>
              <a:gd name="connsiteX1" fmla="*/ 239330 w 3617460"/>
              <a:gd name="connsiteY1" fmla="*/ 1512635 h 3658327"/>
              <a:gd name="connsiteX2" fmla="*/ 1625217 w 3617460"/>
              <a:gd name="connsiteY2" fmla="*/ 119604 h 3658327"/>
              <a:gd name="connsiteX3" fmla="*/ 1975260 w 3617460"/>
              <a:gd name="connsiteY3" fmla="*/ 129129 h 3658327"/>
              <a:gd name="connsiteX4" fmla="*/ 3499260 w 3617460"/>
              <a:gd name="connsiteY4" fmla="*/ 1645985 h 3658327"/>
              <a:gd name="connsiteX5" fmla="*/ 3494498 w 3617460"/>
              <a:gd name="connsiteY5" fmla="*/ 1967454 h 3658327"/>
              <a:gd name="connsiteX6" fmla="*/ 1802483 w 3617460"/>
              <a:gd name="connsiteY6" fmla="*/ 3658327 h 3658327"/>
              <a:gd name="connsiteX7" fmla="*/ 210755 w 3617460"/>
              <a:gd name="connsiteY7" fmla="*/ 2067466 h 3658327"/>
              <a:gd name="connsiteX0" fmla="*/ 210755 w 3617460"/>
              <a:gd name="connsiteY0" fmla="*/ 2067466 h 3658327"/>
              <a:gd name="connsiteX1" fmla="*/ 239330 w 3617460"/>
              <a:gd name="connsiteY1" fmla="*/ 1512635 h 3658327"/>
              <a:gd name="connsiteX2" fmla="*/ 1625217 w 3617460"/>
              <a:gd name="connsiteY2" fmla="*/ 119604 h 3658327"/>
              <a:gd name="connsiteX3" fmla="*/ 1975260 w 3617460"/>
              <a:gd name="connsiteY3" fmla="*/ 129129 h 3658327"/>
              <a:gd name="connsiteX4" fmla="*/ 3394486 w 3617460"/>
              <a:gd name="connsiteY4" fmla="*/ 1545972 h 3658327"/>
              <a:gd name="connsiteX5" fmla="*/ 3499260 w 3617460"/>
              <a:gd name="connsiteY5" fmla="*/ 1645985 h 3658327"/>
              <a:gd name="connsiteX6" fmla="*/ 3494498 w 3617460"/>
              <a:gd name="connsiteY6" fmla="*/ 1967454 h 3658327"/>
              <a:gd name="connsiteX7" fmla="*/ 1802483 w 3617460"/>
              <a:gd name="connsiteY7" fmla="*/ 3658327 h 3658327"/>
              <a:gd name="connsiteX8" fmla="*/ 210755 w 3617460"/>
              <a:gd name="connsiteY8" fmla="*/ 2067466 h 3658327"/>
              <a:gd name="connsiteX0" fmla="*/ 210755 w 3617460"/>
              <a:gd name="connsiteY0" fmla="*/ 2067466 h 3658327"/>
              <a:gd name="connsiteX1" fmla="*/ 239330 w 3617460"/>
              <a:gd name="connsiteY1" fmla="*/ 1512635 h 3658327"/>
              <a:gd name="connsiteX2" fmla="*/ 1625217 w 3617460"/>
              <a:gd name="connsiteY2" fmla="*/ 119604 h 3658327"/>
              <a:gd name="connsiteX3" fmla="*/ 1975260 w 3617460"/>
              <a:gd name="connsiteY3" fmla="*/ 129129 h 3658327"/>
              <a:gd name="connsiteX4" fmla="*/ 3394486 w 3617460"/>
              <a:gd name="connsiteY4" fmla="*/ 1545972 h 3658327"/>
              <a:gd name="connsiteX5" fmla="*/ 3499260 w 3617460"/>
              <a:gd name="connsiteY5" fmla="*/ 1645985 h 3658327"/>
              <a:gd name="connsiteX6" fmla="*/ 3494498 w 3617460"/>
              <a:gd name="connsiteY6" fmla="*/ 1967454 h 3658327"/>
              <a:gd name="connsiteX7" fmla="*/ 3401630 w 3617460"/>
              <a:gd name="connsiteY7" fmla="*/ 2065085 h 3658327"/>
              <a:gd name="connsiteX8" fmla="*/ 1802483 w 3617460"/>
              <a:gd name="connsiteY8" fmla="*/ 3658327 h 3658327"/>
              <a:gd name="connsiteX9" fmla="*/ 210755 w 3617460"/>
              <a:gd name="connsiteY9" fmla="*/ 2067466 h 3658327"/>
              <a:gd name="connsiteX0" fmla="*/ 210755 w 3559171"/>
              <a:gd name="connsiteY0" fmla="*/ 2067466 h 3658327"/>
              <a:gd name="connsiteX1" fmla="*/ 239330 w 3559171"/>
              <a:gd name="connsiteY1" fmla="*/ 1512635 h 3658327"/>
              <a:gd name="connsiteX2" fmla="*/ 1625217 w 3559171"/>
              <a:gd name="connsiteY2" fmla="*/ 119604 h 3658327"/>
              <a:gd name="connsiteX3" fmla="*/ 1975260 w 3559171"/>
              <a:gd name="connsiteY3" fmla="*/ 129129 h 3658327"/>
              <a:gd name="connsiteX4" fmla="*/ 3394486 w 3559171"/>
              <a:gd name="connsiteY4" fmla="*/ 1545972 h 3658327"/>
              <a:gd name="connsiteX5" fmla="*/ 3499260 w 3559171"/>
              <a:gd name="connsiteY5" fmla="*/ 1645985 h 3658327"/>
              <a:gd name="connsiteX6" fmla="*/ 3401630 w 3559171"/>
              <a:gd name="connsiteY6" fmla="*/ 2065085 h 3658327"/>
              <a:gd name="connsiteX7" fmla="*/ 1802483 w 3559171"/>
              <a:gd name="connsiteY7" fmla="*/ 3658327 h 3658327"/>
              <a:gd name="connsiteX8" fmla="*/ 210755 w 3559171"/>
              <a:gd name="connsiteY8" fmla="*/ 2067466 h 3658327"/>
              <a:gd name="connsiteX0" fmla="*/ 210755 w 3401630"/>
              <a:gd name="connsiteY0" fmla="*/ 2067466 h 3658327"/>
              <a:gd name="connsiteX1" fmla="*/ 239330 w 3401630"/>
              <a:gd name="connsiteY1" fmla="*/ 1512635 h 3658327"/>
              <a:gd name="connsiteX2" fmla="*/ 1625217 w 3401630"/>
              <a:gd name="connsiteY2" fmla="*/ 119604 h 3658327"/>
              <a:gd name="connsiteX3" fmla="*/ 1975260 w 3401630"/>
              <a:gd name="connsiteY3" fmla="*/ 129129 h 3658327"/>
              <a:gd name="connsiteX4" fmla="*/ 3394486 w 3401630"/>
              <a:gd name="connsiteY4" fmla="*/ 1545972 h 3658327"/>
              <a:gd name="connsiteX5" fmla="*/ 3401630 w 3401630"/>
              <a:gd name="connsiteY5" fmla="*/ 2065085 h 3658327"/>
              <a:gd name="connsiteX6" fmla="*/ 1802483 w 3401630"/>
              <a:gd name="connsiteY6" fmla="*/ 3658327 h 3658327"/>
              <a:gd name="connsiteX7" fmla="*/ 210755 w 3401630"/>
              <a:gd name="connsiteY7" fmla="*/ 2067466 h 3658327"/>
              <a:gd name="connsiteX0" fmla="*/ 210755 w 3517532"/>
              <a:gd name="connsiteY0" fmla="*/ 2067466 h 3658327"/>
              <a:gd name="connsiteX1" fmla="*/ 239330 w 3517532"/>
              <a:gd name="connsiteY1" fmla="*/ 1512635 h 3658327"/>
              <a:gd name="connsiteX2" fmla="*/ 1625217 w 3517532"/>
              <a:gd name="connsiteY2" fmla="*/ 119604 h 3658327"/>
              <a:gd name="connsiteX3" fmla="*/ 1975260 w 3517532"/>
              <a:gd name="connsiteY3" fmla="*/ 129129 h 3658327"/>
              <a:gd name="connsiteX4" fmla="*/ 3394486 w 3517532"/>
              <a:gd name="connsiteY4" fmla="*/ 1545972 h 3658327"/>
              <a:gd name="connsiteX5" fmla="*/ 3401630 w 3517532"/>
              <a:gd name="connsiteY5" fmla="*/ 2065085 h 3658327"/>
              <a:gd name="connsiteX6" fmla="*/ 1802483 w 3517532"/>
              <a:gd name="connsiteY6" fmla="*/ 3658327 h 3658327"/>
              <a:gd name="connsiteX7" fmla="*/ 210755 w 3517532"/>
              <a:gd name="connsiteY7" fmla="*/ 2067466 h 3658327"/>
              <a:gd name="connsiteX0" fmla="*/ 210755 w 3579812"/>
              <a:gd name="connsiteY0" fmla="*/ 2067466 h 3658327"/>
              <a:gd name="connsiteX1" fmla="*/ 239330 w 3579812"/>
              <a:gd name="connsiteY1" fmla="*/ 1512635 h 3658327"/>
              <a:gd name="connsiteX2" fmla="*/ 1625217 w 3579812"/>
              <a:gd name="connsiteY2" fmla="*/ 119604 h 3658327"/>
              <a:gd name="connsiteX3" fmla="*/ 1975260 w 3579812"/>
              <a:gd name="connsiteY3" fmla="*/ 129129 h 3658327"/>
              <a:gd name="connsiteX4" fmla="*/ 3394486 w 3579812"/>
              <a:gd name="connsiteY4" fmla="*/ 1545972 h 3658327"/>
              <a:gd name="connsiteX5" fmla="*/ 3401630 w 3579812"/>
              <a:gd name="connsiteY5" fmla="*/ 2065085 h 3658327"/>
              <a:gd name="connsiteX6" fmla="*/ 1802483 w 3579812"/>
              <a:gd name="connsiteY6" fmla="*/ 3658327 h 3658327"/>
              <a:gd name="connsiteX7" fmla="*/ 210755 w 3579812"/>
              <a:gd name="connsiteY7" fmla="*/ 2067466 h 3658327"/>
              <a:gd name="connsiteX0" fmla="*/ 210755 w 3579812"/>
              <a:gd name="connsiteY0" fmla="*/ 2065050 h 3655911"/>
              <a:gd name="connsiteX1" fmla="*/ 239330 w 3579812"/>
              <a:gd name="connsiteY1" fmla="*/ 1510219 h 3655911"/>
              <a:gd name="connsiteX2" fmla="*/ 1625217 w 3579812"/>
              <a:gd name="connsiteY2" fmla="*/ 117188 h 3655911"/>
              <a:gd name="connsiteX3" fmla="*/ 1975260 w 3579812"/>
              <a:gd name="connsiteY3" fmla="*/ 126713 h 3655911"/>
              <a:gd name="connsiteX4" fmla="*/ 3394486 w 3579812"/>
              <a:gd name="connsiteY4" fmla="*/ 1543556 h 3655911"/>
              <a:gd name="connsiteX5" fmla="*/ 3401630 w 3579812"/>
              <a:gd name="connsiteY5" fmla="*/ 2062669 h 3655911"/>
              <a:gd name="connsiteX6" fmla="*/ 1802483 w 3579812"/>
              <a:gd name="connsiteY6" fmla="*/ 3655911 h 3655911"/>
              <a:gd name="connsiteX7" fmla="*/ 210755 w 3579812"/>
              <a:gd name="connsiteY7" fmla="*/ 2065050 h 3655911"/>
              <a:gd name="connsiteX0" fmla="*/ 210755 w 3579812"/>
              <a:gd name="connsiteY0" fmla="*/ 2066393 h 3657254"/>
              <a:gd name="connsiteX1" fmla="*/ 239330 w 3579812"/>
              <a:gd name="connsiteY1" fmla="*/ 1511562 h 3657254"/>
              <a:gd name="connsiteX2" fmla="*/ 1625217 w 3579812"/>
              <a:gd name="connsiteY2" fmla="*/ 118531 h 3657254"/>
              <a:gd name="connsiteX3" fmla="*/ 1975260 w 3579812"/>
              <a:gd name="connsiteY3" fmla="*/ 128056 h 3657254"/>
              <a:gd name="connsiteX4" fmla="*/ 3394486 w 3579812"/>
              <a:gd name="connsiteY4" fmla="*/ 1544899 h 3657254"/>
              <a:gd name="connsiteX5" fmla="*/ 3401630 w 3579812"/>
              <a:gd name="connsiteY5" fmla="*/ 2064012 h 3657254"/>
              <a:gd name="connsiteX6" fmla="*/ 1802483 w 3579812"/>
              <a:gd name="connsiteY6" fmla="*/ 3657254 h 3657254"/>
              <a:gd name="connsiteX7" fmla="*/ 210755 w 3579812"/>
              <a:gd name="connsiteY7" fmla="*/ 2066393 h 3657254"/>
              <a:gd name="connsiteX0" fmla="*/ 210755 w 3579812"/>
              <a:gd name="connsiteY0" fmla="*/ 2066393 h 3657254"/>
              <a:gd name="connsiteX1" fmla="*/ 239330 w 3579812"/>
              <a:gd name="connsiteY1" fmla="*/ 1511562 h 3657254"/>
              <a:gd name="connsiteX2" fmla="*/ 1625217 w 3579812"/>
              <a:gd name="connsiteY2" fmla="*/ 118531 h 3657254"/>
              <a:gd name="connsiteX3" fmla="*/ 1975260 w 3579812"/>
              <a:gd name="connsiteY3" fmla="*/ 128056 h 3657254"/>
              <a:gd name="connsiteX4" fmla="*/ 2055284 w 3579812"/>
              <a:gd name="connsiteY4" fmla="*/ 223715 h 3657254"/>
              <a:gd name="connsiteX5" fmla="*/ 3394486 w 3579812"/>
              <a:gd name="connsiteY5" fmla="*/ 1544899 h 3657254"/>
              <a:gd name="connsiteX6" fmla="*/ 3401630 w 3579812"/>
              <a:gd name="connsiteY6" fmla="*/ 2064012 h 3657254"/>
              <a:gd name="connsiteX7" fmla="*/ 1802483 w 3579812"/>
              <a:gd name="connsiteY7" fmla="*/ 3657254 h 3657254"/>
              <a:gd name="connsiteX8" fmla="*/ 210755 w 3579812"/>
              <a:gd name="connsiteY8" fmla="*/ 2066393 h 3657254"/>
              <a:gd name="connsiteX0" fmla="*/ 210755 w 3579812"/>
              <a:gd name="connsiteY0" fmla="*/ 2066393 h 3657254"/>
              <a:gd name="connsiteX1" fmla="*/ 239330 w 3579812"/>
              <a:gd name="connsiteY1" fmla="*/ 1511562 h 3657254"/>
              <a:gd name="connsiteX2" fmla="*/ 1525945 w 3579812"/>
              <a:gd name="connsiteY2" fmla="*/ 216463 h 3657254"/>
              <a:gd name="connsiteX3" fmla="*/ 1625217 w 3579812"/>
              <a:gd name="connsiteY3" fmla="*/ 118531 h 3657254"/>
              <a:gd name="connsiteX4" fmla="*/ 1975260 w 3579812"/>
              <a:gd name="connsiteY4" fmla="*/ 128056 h 3657254"/>
              <a:gd name="connsiteX5" fmla="*/ 2055284 w 3579812"/>
              <a:gd name="connsiteY5" fmla="*/ 223715 h 3657254"/>
              <a:gd name="connsiteX6" fmla="*/ 3394486 w 3579812"/>
              <a:gd name="connsiteY6" fmla="*/ 1544899 h 3657254"/>
              <a:gd name="connsiteX7" fmla="*/ 3401630 w 3579812"/>
              <a:gd name="connsiteY7" fmla="*/ 2064012 h 3657254"/>
              <a:gd name="connsiteX8" fmla="*/ 1802483 w 3579812"/>
              <a:gd name="connsiteY8" fmla="*/ 3657254 h 3657254"/>
              <a:gd name="connsiteX9" fmla="*/ 210755 w 3579812"/>
              <a:gd name="connsiteY9" fmla="*/ 2066393 h 3657254"/>
              <a:gd name="connsiteX0" fmla="*/ 210755 w 3579812"/>
              <a:gd name="connsiteY0" fmla="*/ 1938337 h 3529198"/>
              <a:gd name="connsiteX1" fmla="*/ 239330 w 3579812"/>
              <a:gd name="connsiteY1" fmla="*/ 1383506 h 3529198"/>
              <a:gd name="connsiteX2" fmla="*/ 1525945 w 3579812"/>
              <a:gd name="connsiteY2" fmla="*/ 88407 h 3529198"/>
              <a:gd name="connsiteX3" fmla="*/ 1975260 w 3579812"/>
              <a:gd name="connsiteY3" fmla="*/ 0 h 3529198"/>
              <a:gd name="connsiteX4" fmla="*/ 2055284 w 3579812"/>
              <a:gd name="connsiteY4" fmla="*/ 95659 h 3529198"/>
              <a:gd name="connsiteX5" fmla="*/ 3394486 w 3579812"/>
              <a:gd name="connsiteY5" fmla="*/ 1416843 h 3529198"/>
              <a:gd name="connsiteX6" fmla="*/ 3401630 w 3579812"/>
              <a:gd name="connsiteY6" fmla="*/ 1935956 h 3529198"/>
              <a:gd name="connsiteX7" fmla="*/ 1802483 w 3579812"/>
              <a:gd name="connsiteY7" fmla="*/ 3529198 h 3529198"/>
              <a:gd name="connsiteX8" fmla="*/ 210755 w 3579812"/>
              <a:gd name="connsiteY8" fmla="*/ 1938337 h 3529198"/>
              <a:gd name="connsiteX0" fmla="*/ 210755 w 3579812"/>
              <a:gd name="connsiteY0" fmla="*/ 1849930 h 3440791"/>
              <a:gd name="connsiteX1" fmla="*/ 239330 w 3579812"/>
              <a:gd name="connsiteY1" fmla="*/ 1295099 h 3440791"/>
              <a:gd name="connsiteX2" fmla="*/ 1525945 w 3579812"/>
              <a:gd name="connsiteY2" fmla="*/ 0 h 3440791"/>
              <a:gd name="connsiteX3" fmla="*/ 2055284 w 3579812"/>
              <a:gd name="connsiteY3" fmla="*/ 7252 h 3440791"/>
              <a:gd name="connsiteX4" fmla="*/ 3394486 w 3579812"/>
              <a:gd name="connsiteY4" fmla="*/ 1328436 h 3440791"/>
              <a:gd name="connsiteX5" fmla="*/ 3401630 w 3579812"/>
              <a:gd name="connsiteY5" fmla="*/ 1847549 h 3440791"/>
              <a:gd name="connsiteX6" fmla="*/ 1802483 w 3579812"/>
              <a:gd name="connsiteY6" fmla="*/ 3440791 h 3440791"/>
              <a:gd name="connsiteX7" fmla="*/ 210755 w 3579812"/>
              <a:gd name="connsiteY7" fmla="*/ 1849930 h 3440791"/>
              <a:gd name="connsiteX0" fmla="*/ 210755 w 3579812"/>
              <a:gd name="connsiteY0" fmla="*/ 1941798 h 3532659"/>
              <a:gd name="connsiteX1" fmla="*/ 239330 w 3579812"/>
              <a:gd name="connsiteY1" fmla="*/ 1386967 h 3532659"/>
              <a:gd name="connsiteX2" fmla="*/ 1525945 w 3579812"/>
              <a:gd name="connsiteY2" fmla="*/ 91868 h 3532659"/>
              <a:gd name="connsiteX3" fmla="*/ 2055284 w 3579812"/>
              <a:gd name="connsiteY3" fmla="*/ 99120 h 3532659"/>
              <a:gd name="connsiteX4" fmla="*/ 3394486 w 3579812"/>
              <a:gd name="connsiteY4" fmla="*/ 1420304 h 3532659"/>
              <a:gd name="connsiteX5" fmla="*/ 3401630 w 3579812"/>
              <a:gd name="connsiteY5" fmla="*/ 1939417 h 3532659"/>
              <a:gd name="connsiteX6" fmla="*/ 1802483 w 3579812"/>
              <a:gd name="connsiteY6" fmla="*/ 3532659 h 3532659"/>
              <a:gd name="connsiteX7" fmla="*/ 210755 w 3579812"/>
              <a:gd name="connsiteY7" fmla="*/ 1941798 h 3532659"/>
              <a:gd name="connsiteX0" fmla="*/ 210755 w 3579812"/>
              <a:gd name="connsiteY0" fmla="*/ 2023470 h 3614331"/>
              <a:gd name="connsiteX1" fmla="*/ 239330 w 3579812"/>
              <a:gd name="connsiteY1" fmla="*/ 1468639 h 3614331"/>
              <a:gd name="connsiteX2" fmla="*/ 1525945 w 3579812"/>
              <a:gd name="connsiteY2" fmla="*/ 173540 h 3614331"/>
              <a:gd name="connsiteX3" fmla="*/ 2055284 w 3579812"/>
              <a:gd name="connsiteY3" fmla="*/ 180792 h 3614331"/>
              <a:gd name="connsiteX4" fmla="*/ 3394486 w 3579812"/>
              <a:gd name="connsiteY4" fmla="*/ 1501976 h 3614331"/>
              <a:gd name="connsiteX5" fmla="*/ 3401630 w 3579812"/>
              <a:gd name="connsiteY5" fmla="*/ 2021089 h 3614331"/>
              <a:gd name="connsiteX6" fmla="*/ 1802483 w 3579812"/>
              <a:gd name="connsiteY6" fmla="*/ 3614331 h 3614331"/>
              <a:gd name="connsiteX7" fmla="*/ 210755 w 3579812"/>
              <a:gd name="connsiteY7" fmla="*/ 2023470 h 3614331"/>
              <a:gd name="connsiteX0" fmla="*/ 210755 w 3579812"/>
              <a:gd name="connsiteY0" fmla="*/ 2036665 h 3627526"/>
              <a:gd name="connsiteX1" fmla="*/ 239330 w 3579812"/>
              <a:gd name="connsiteY1" fmla="*/ 1481834 h 3627526"/>
              <a:gd name="connsiteX2" fmla="*/ 1525945 w 3579812"/>
              <a:gd name="connsiteY2" fmla="*/ 186735 h 3627526"/>
              <a:gd name="connsiteX3" fmla="*/ 2055284 w 3579812"/>
              <a:gd name="connsiteY3" fmla="*/ 193987 h 3627526"/>
              <a:gd name="connsiteX4" fmla="*/ 3394486 w 3579812"/>
              <a:gd name="connsiteY4" fmla="*/ 1515171 h 3627526"/>
              <a:gd name="connsiteX5" fmla="*/ 3401630 w 3579812"/>
              <a:gd name="connsiteY5" fmla="*/ 2034284 h 3627526"/>
              <a:gd name="connsiteX6" fmla="*/ 1802483 w 3579812"/>
              <a:gd name="connsiteY6" fmla="*/ 3627526 h 3627526"/>
              <a:gd name="connsiteX7" fmla="*/ 210755 w 3579812"/>
              <a:gd name="connsiteY7" fmla="*/ 2036665 h 3627526"/>
              <a:gd name="connsiteX0" fmla="*/ 210755 w 3579812"/>
              <a:gd name="connsiteY0" fmla="*/ 2044980 h 3635841"/>
              <a:gd name="connsiteX1" fmla="*/ 239330 w 3579812"/>
              <a:gd name="connsiteY1" fmla="*/ 1490149 h 3635841"/>
              <a:gd name="connsiteX2" fmla="*/ 1525945 w 3579812"/>
              <a:gd name="connsiteY2" fmla="*/ 195050 h 3635841"/>
              <a:gd name="connsiteX3" fmla="*/ 2055284 w 3579812"/>
              <a:gd name="connsiteY3" fmla="*/ 202302 h 3635841"/>
              <a:gd name="connsiteX4" fmla="*/ 3394486 w 3579812"/>
              <a:gd name="connsiteY4" fmla="*/ 1523486 h 3635841"/>
              <a:gd name="connsiteX5" fmla="*/ 3401630 w 3579812"/>
              <a:gd name="connsiteY5" fmla="*/ 2042599 h 3635841"/>
              <a:gd name="connsiteX6" fmla="*/ 1802483 w 3579812"/>
              <a:gd name="connsiteY6" fmla="*/ 3635841 h 3635841"/>
              <a:gd name="connsiteX7" fmla="*/ 210755 w 3579812"/>
              <a:gd name="connsiteY7" fmla="*/ 2044980 h 36358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79812" h="3635841">
                <a:moveTo>
                  <a:pt x="210755" y="2044980"/>
                </a:moveTo>
                <a:cubicBezTo>
                  <a:pt x="-65470" y="1776693"/>
                  <a:pt x="-84520" y="1825112"/>
                  <a:pt x="239330" y="1490149"/>
                </a:cubicBezTo>
                <a:lnTo>
                  <a:pt x="1525945" y="195050"/>
                </a:lnTo>
                <a:cubicBezTo>
                  <a:pt x="1789406" y="-78080"/>
                  <a:pt x="1770069" y="-53907"/>
                  <a:pt x="2055284" y="202302"/>
                </a:cubicBezTo>
                <a:lnTo>
                  <a:pt x="3394486" y="1523486"/>
                </a:lnTo>
                <a:cubicBezTo>
                  <a:pt x="3668329" y="1796537"/>
                  <a:pt x="3611180" y="1814792"/>
                  <a:pt x="3401630" y="2042599"/>
                </a:cubicBezTo>
                <a:lnTo>
                  <a:pt x="1802483" y="3635841"/>
                </a:lnTo>
                <a:lnTo>
                  <a:pt x="210755" y="204498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23528" y="2420739"/>
            <a:ext cx="3240360" cy="60364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7668344" y="4767263"/>
            <a:ext cx="1018456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ED2E145-FA7F-4921-9EF7-088AF4E098E0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313184" y="4767263"/>
            <a:ext cx="936000" cy="27384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3D05B2-27DF-41CE-A342-9FAE079889A3}" type="datetimeFigureOut">
              <a:rPr lang="fr-FR" smtClean="0"/>
              <a:pPr/>
              <a:t>10/09/2025</a:t>
            </a:fld>
            <a:endParaRPr lang="fr-FR"/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88368" y="4767263"/>
            <a:ext cx="2895600" cy="273844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885932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3528" y="1995686"/>
            <a:ext cx="324036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23528" y="2420739"/>
            <a:ext cx="324036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7668344" y="4767263"/>
            <a:ext cx="1018456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ED2E145-FA7F-4921-9EF7-088AF4E098E0}" type="slidenum">
              <a:rPr lang="fr-FR" smtClean="0"/>
              <a:pPr/>
              <a:t>‹N°›</a:t>
            </a:fld>
            <a:endParaRPr lang="fr-FR" dirty="0"/>
          </a:p>
        </p:txBody>
      </p:sp>
      <p:sp>
        <p:nvSpPr>
          <p:cNvPr id="10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313184" y="4767263"/>
            <a:ext cx="936000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23D05B2-27DF-41CE-A342-9FAE079889A3}" type="datetimeFigureOut">
              <a:rPr lang="fr-FR" smtClean="0"/>
              <a:pPr/>
              <a:t>10/09/2025</a:t>
            </a:fld>
            <a:endParaRPr lang="fr-FR"/>
          </a:p>
        </p:txBody>
      </p:sp>
      <p:sp>
        <p:nvSpPr>
          <p:cNvPr id="11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1388368" y="4767263"/>
            <a:ext cx="2895600" cy="273844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526669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D05B2-27DF-41CE-A342-9FAE079889A3}" type="datetimeFigureOut">
              <a:rPr lang="fr-FR" smtClean="0"/>
              <a:t>10/09/2025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2E145-FA7F-4921-9EF7-088AF4E098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90334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D05B2-27DF-41CE-A342-9FAE079889A3}" type="datetimeFigureOut">
              <a:rPr lang="fr-FR" smtClean="0"/>
              <a:t>10/09/2025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2E145-FA7F-4921-9EF7-088AF4E098E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0070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Modifiez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D05B2-27DF-41CE-A342-9FAE079889A3}" type="datetimeFigureOut">
              <a:rPr lang="fr-FR" smtClean="0"/>
              <a:pPr/>
              <a:t>10/09/2025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D2E145-FA7F-4921-9EF7-088AF4E098E0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3964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60" r:id="rId3"/>
    <p:sldLayoutId id="2147483662" r:id="rId4"/>
    <p:sldLayoutId id="2147483650" r:id="rId5"/>
    <p:sldLayoutId id="2147483651" r:id="rId6"/>
    <p:sldLayoutId id="2147483663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64" r:id="rId14"/>
    <p:sldLayoutId id="2147483667" r:id="rId15"/>
    <p:sldLayoutId id="2147483665" r:id="rId16"/>
    <p:sldLayoutId id="2147483658" r:id="rId17"/>
    <p:sldLayoutId id="2147483659" r:id="rId18"/>
  </p:sldLayoutIdLst>
  <p:txStyles>
    <p:titleStyle>
      <a:lvl1pPr algn="ctr" defTabSz="914400" rtl="0" eaLnBrk="1" latinLnBrk="0" hangingPunct="1">
        <a:spcBef>
          <a:spcPct val="0"/>
        </a:spcBef>
        <a:buNone/>
        <a:defRPr sz="3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SzPct val="70000"/>
        <a:buFontTx/>
        <a:buBlip>
          <a:blip r:embed="rId20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HdO_BtYl7M" TargetMode="External"/><Relationship Id="rId7" Type="http://schemas.openxmlformats.org/officeDocument/2006/relationships/hyperlink" Target="https://www.youtube.com/watch?v=GS9JsYPLh7w" TargetMode="External"/><Relationship Id="rId2" Type="http://schemas.openxmlformats.org/officeDocument/2006/relationships/hyperlink" Target="https://www.youtube.com/watch?v=NtjMhkQJuBA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youtube.com/watch?v=1OMSdA4-Gn4" TargetMode="External"/><Relationship Id="rId5" Type="http://schemas.openxmlformats.org/officeDocument/2006/relationships/hyperlink" Target="https://www.youtube.com/watch?v=mpqYlHTlXtA" TargetMode="External"/><Relationship Id="rId4" Type="http://schemas.openxmlformats.org/officeDocument/2006/relationships/hyperlink" Target="https://www.youtube.com/watch?v=PtZ5-50kNH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da-DK" sz="2800" dirty="0">
                <a:cs typeface="Calibri" panose="020F0502020204030204" pitchFamily="34" charset="0"/>
              </a:rPr>
              <a:t>Projet micro hovercraft</a:t>
            </a:r>
            <a:endParaRPr lang="fr-FR" sz="2800" dirty="0">
              <a:cs typeface="Calibri" panose="020F0502020204030204" pitchFamily="34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fr-FR" dirty="0">
              <a:cs typeface="Calibri" panose="020F0502020204030204" pitchFamily="34" charset="0"/>
            </a:endParaRPr>
          </a:p>
          <a:p>
            <a:r>
              <a:rPr lang="fr-FR" dirty="0">
                <a:cs typeface="Calibri" panose="020F0502020204030204" pitchFamily="34" charset="0"/>
              </a:rPr>
              <a:t>ENSMM / Option SMR</a:t>
            </a:r>
          </a:p>
        </p:txBody>
      </p:sp>
    </p:spTree>
    <p:extLst>
      <p:ext uri="{BB962C8B-B14F-4D97-AF65-F5344CB8AC3E}">
        <p14:creationId xmlns:p14="http://schemas.microsoft.com/office/powerpoint/2010/main" val="1355078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9552" y="483518"/>
            <a:ext cx="2664296" cy="432048"/>
          </a:xfrm>
        </p:spPr>
        <p:txBody>
          <a:bodyPr>
            <a:normAutofit fontScale="90000"/>
          </a:bodyPr>
          <a:lstStyle/>
          <a:p>
            <a:r>
              <a:rPr lang="da-DK" dirty="0"/>
              <a:t>Objectif long terme (3-4 ans)</a:t>
            </a:r>
            <a:endParaRPr lang="fr-FR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DD92648F-1303-410D-A0BF-0A5B4EAF9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9982" y="0"/>
            <a:ext cx="5154018" cy="5143500"/>
          </a:xfrm>
          <a:prstGeom prst="rect">
            <a:avLst/>
          </a:prstGeom>
        </p:spPr>
      </p:pic>
      <p:sp>
        <p:nvSpPr>
          <p:cNvPr id="11" name="Espace réservé du texte 3">
            <a:extLst>
              <a:ext uri="{FF2B5EF4-FFF2-40B4-BE49-F238E27FC236}">
                <a16:creationId xmlns:a16="http://schemas.microsoft.com/office/drawing/2014/main" id="{BEBE1CF5-B44C-4577-B107-62C117956401}"/>
              </a:ext>
            </a:extLst>
          </p:cNvPr>
          <p:cNvSpPr txBox="1">
            <a:spLocks/>
          </p:cNvSpPr>
          <p:nvPr/>
        </p:nvSpPr>
        <p:spPr>
          <a:xfrm>
            <a:off x="467544" y="1419622"/>
            <a:ext cx="3240360" cy="6036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SzPct val="70000"/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b="1" dirty="0"/>
          </a:p>
        </p:txBody>
      </p:sp>
      <p:sp>
        <p:nvSpPr>
          <p:cNvPr id="12" name="Espace réservé du texte 3">
            <a:extLst>
              <a:ext uri="{FF2B5EF4-FFF2-40B4-BE49-F238E27FC236}">
                <a16:creationId xmlns:a16="http://schemas.microsoft.com/office/drawing/2014/main" id="{4BACD3BB-BBD8-4580-B860-C7EA01174250}"/>
              </a:ext>
            </a:extLst>
          </p:cNvPr>
          <p:cNvSpPr txBox="1">
            <a:spLocks/>
          </p:cNvSpPr>
          <p:nvPr/>
        </p:nvSpPr>
        <p:spPr>
          <a:xfrm>
            <a:off x="323528" y="1721445"/>
            <a:ext cx="3240360" cy="6036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SzPct val="70000"/>
              <a:buFontTx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sv-SE" b="1" dirty="0"/>
              <a:t>Course de 2+ micro hovercrafts autonomes dans le hall de l’ensmm</a:t>
            </a:r>
            <a:endParaRPr lang="fr-FR" b="1" dirty="0"/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D8FD085F-E70F-47CD-8EE7-E6F2A6C3F3F1}"/>
              </a:ext>
            </a:extLst>
          </p:cNvPr>
          <p:cNvSpPr txBox="1">
            <a:spLocks/>
          </p:cNvSpPr>
          <p:nvPr/>
        </p:nvSpPr>
        <p:spPr>
          <a:xfrm>
            <a:off x="323528" y="3153572"/>
            <a:ext cx="3666454" cy="5040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SzPct val="70000"/>
              <a:buFontTx/>
              <a:buNone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/>
            <a:r>
              <a:rPr lang="fr-FR" sz="1400" b="1" dirty="0"/>
              <a:t>Dimensions caractéristiques des hovercrafts :</a:t>
            </a:r>
          </a:p>
          <a:p>
            <a:pPr marL="0" lvl="3"/>
            <a:r>
              <a:rPr lang="fr-FR" sz="1400" b="1" dirty="0">
                <a:solidFill>
                  <a:srgbClr val="02A65D"/>
                </a:solidFill>
              </a:rPr>
              <a:t>entre 10 et 30 cm</a:t>
            </a:r>
          </a:p>
          <a:p>
            <a:pPr marL="0" lvl="3"/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17980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E2CCAB3-EC39-4222-A01B-7364353ABBEF}"/>
              </a:ext>
            </a:extLst>
          </p:cNvPr>
          <p:cNvSpPr/>
          <p:nvPr/>
        </p:nvSpPr>
        <p:spPr>
          <a:xfrm>
            <a:off x="2483768" y="269318"/>
            <a:ext cx="5184576" cy="468052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a-DK" sz="2400" dirty="0">
                <a:cs typeface="Calibri" panose="020F0502020204030204" pitchFamily="34" charset="0"/>
              </a:rPr>
              <a:t>Le circuit</a:t>
            </a:r>
            <a:endParaRPr lang="fr-FR" sz="2400" dirty="0"/>
          </a:p>
        </p:txBody>
      </p:sp>
      <p:sp>
        <p:nvSpPr>
          <p:cNvPr id="13" name="Espace réservé du contenu 2">
            <a:extLst>
              <a:ext uri="{FF2B5EF4-FFF2-40B4-BE49-F238E27FC236}">
                <a16:creationId xmlns:a16="http://schemas.microsoft.com/office/drawing/2014/main" id="{04A2B695-B682-4ADE-80DC-6CD401314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7360" y="620976"/>
            <a:ext cx="2458153" cy="661456"/>
          </a:xfrm>
        </p:spPr>
        <p:txBody>
          <a:bodyPr>
            <a:noAutofit/>
          </a:bodyPr>
          <a:lstStyle/>
          <a:p>
            <a:pPr marL="0" lvl="3" indent="0">
              <a:buNone/>
            </a:pPr>
            <a:r>
              <a:rPr lang="sv-SE" sz="1400" dirty="0"/>
              <a:t>Bandes blanches au sol pour une relocalisation ”alternée” en x et en y</a:t>
            </a:r>
            <a:endParaRPr lang="sv-SE" sz="1400" b="1" dirty="0">
              <a:solidFill>
                <a:srgbClr val="02A65D"/>
              </a:solidFill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54A4054E-DD1C-48B2-8671-1ABE0BCAA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497" y="1619672"/>
            <a:ext cx="242386" cy="256929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AD1398D7-FFD2-45CC-8805-906445BC5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0839" y="3450114"/>
            <a:ext cx="242386" cy="25692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E6459FA-CFC0-47C2-8230-2AEED924AAA1}"/>
              </a:ext>
            </a:extLst>
          </p:cNvPr>
          <p:cNvSpPr/>
          <p:nvPr/>
        </p:nvSpPr>
        <p:spPr>
          <a:xfrm flipV="1">
            <a:off x="5215503" y="1805428"/>
            <a:ext cx="1085292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57FEBC-1248-429A-8AEE-3C0985E7DE7A}"/>
              </a:ext>
            </a:extLst>
          </p:cNvPr>
          <p:cNvSpPr/>
          <p:nvPr/>
        </p:nvSpPr>
        <p:spPr>
          <a:xfrm flipV="1">
            <a:off x="3608585" y="1785059"/>
            <a:ext cx="1085292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8C19F4-31EA-4C84-9C75-EB134E5B063D}"/>
              </a:ext>
            </a:extLst>
          </p:cNvPr>
          <p:cNvSpPr/>
          <p:nvPr/>
        </p:nvSpPr>
        <p:spPr>
          <a:xfrm rot="5400000" flipV="1">
            <a:off x="4399386" y="951322"/>
            <a:ext cx="1085292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C13823-9439-46A2-A73A-8B725CF75341}"/>
              </a:ext>
            </a:extLst>
          </p:cNvPr>
          <p:cNvSpPr/>
          <p:nvPr/>
        </p:nvSpPr>
        <p:spPr>
          <a:xfrm rot="5400000" flipV="1">
            <a:off x="4410519" y="4308532"/>
            <a:ext cx="1085292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6107D8-B7C7-4621-836F-F62284C216AB}"/>
              </a:ext>
            </a:extLst>
          </p:cNvPr>
          <p:cNvSpPr/>
          <p:nvPr/>
        </p:nvSpPr>
        <p:spPr>
          <a:xfrm flipV="1">
            <a:off x="5215503" y="3450114"/>
            <a:ext cx="1085292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0B6268-E517-4D86-87A6-1DAC05F29251}"/>
              </a:ext>
            </a:extLst>
          </p:cNvPr>
          <p:cNvSpPr/>
          <p:nvPr/>
        </p:nvSpPr>
        <p:spPr>
          <a:xfrm flipV="1">
            <a:off x="3608585" y="3450114"/>
            <a:ext cx="1085292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A6FBE0-D42B-4B1D-AFE2-1C7CDC734590}"/>
              </a:ext>
            </a:extLst>
          </p:cNvPr>
          <p:cNvSpPr/>
          <p:nvPr/>
        </p:nvSpPr>
        <p:spPr>
          <a:xfrm flipV="1">
            <a:off x="5215503" y="2639336"/>
            <a:ext cx="1085292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83457B1-C568-4F2B-8900-C45907E81AF1}"/>
              </a:ext>
            </a:extLst>
          </p:cNvPr>
          <p:cNvSpPr/>
          <p:nvPr/>
        </p:nvSpPr>
        <p:spPr>
          <a:xfrm flipV="1">
            <a:off x="3601854" y="2641685"/>
            <a:ext cx="1085292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D22A8F0D-0C98-4C1A-817B-704B1873DA22}"/>
              </a:ext>
            </a:extLst>
          </p:cNvPr>
          <p:cNvSpPr/>
          <p:nvPr/>
        </p:nvSpPr>
        <p:spPr>
          <a:xfrm>
            <a:off x="5433676" y="2745710"/>
            <a:ext cx="144016" cy="2137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38202E30-1421-4B18-AD36-10EE8FA2A8E6}"/>
              </a:ext>
            </a:extLst>
          </p:cNvPr>
          <p:cNvSpPr/>
          <p:nvPr/>
        </p:nvSpPr>
        <p:spPr>
          <a:xfrm>
            <a:off x="5686141" y="2747368"/>
            <a:ext cx="144016" cy="21377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7B735776-6F24-47EE-A785-704C6E0004DA}"/>
              </a:ext>
            </a:extLst>
          </p:cNvPr>
          <p:cNvCxnSpPr>
            <a:cxnSpLocks/>
          </p:cNvCxnSpPr>
          <p:nvPr/>
        </p:nvCxnSpPr>
        <p:spPr>
          <a:xfrm flipV="1">
            <a:off x="2699792" y="4227934"/>
            <a:ext cx="0" cy="504056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5EE6DA53-E719-4068-AFA5-83200FD6729A}"/>
              </a:ext>
            </a:extLst>
          </p:cNvPr>
          <p:cNvCxnSpPr>
            <a:cxnSpLocks/>
          </p:cNvCxnSpPr>
          <p:nvPr/>
        </p:nvCxnSpPr>
        <p:spPr>
          <a:xfrm>
            <a:off x="2699792" y="4721794"/>
            <a:ext cx="504056" cy="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space réservé du contenu 2">
            <a:extLst>
              <a:ext uri="{FF2B5EF4-FFF2-40B4-BE49-F238E27FC236}">
                <a16:creationId xmlns:a16="http://schemas.microsoft.com/office/drawing/2014/main" id="{351F024C-6AD3-429F-B787-6DE4DFE28719}"/>
              </a:ext>
            </a:extLst>
          </p:cNvPr>
          <p:cNvSpPr txBox="1">
            <a:spLocks/>
          </p:cNvSpPr>
          <p:nvPr/>
        </p:nvSpPr>
        <p:spPr>
          <a:xfrm>
            <a:off x="3203848" y="4543941"/>
            <a:ext cx="288032" cy="3300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SzPct val="70000"/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buFont typeface="Arial" panose="020B0604020202020204" pitchFamily="34" charset="0"/>
              <a:buNone/>
            </a:pPr>
            <a:r>
              <a:rPr lang="sv-SE" sz="1400" dirty="0"/>
              <a:t>x</a:t>
            </a:r>
            <a:endParaRPr lang="sv-SE" sz="1400" b="1" dirty="0">
              <a:solidFill>
                <a:srgbClr val="02A65D"/>
              </a:solidFill>
            </a:endParaRPr>
          </a:p>
        </p:txBody>
      </p:sp>
      <p:sp>
        <p:nvSpPr>
          <p:cNvPr id="31" name="Espace réservé du contenu 2">
            <a:extLst>
              <a:ext uri="{FF2B5EF4-FFF2-40B4-BE49-F238E27FC236}">
                <a16:creationId xmlns:a16="http://schemas.microsoft.com/office/drawing/2014/main" id="{422AE226-0ED5-49DF-BEE7-FB833FA6D438}"/>
              </a:ext>
            </a:extLst>
          </p:cNvPr>
          <p:cNvSpPr txBox="1">
            <a:spLocks/>
          </p:cNvSpPr>
          <p:nvPr/>
        </p:nvSpPr>
        <p:spPr>
          <a:xfrm>
            <a:off x="2555776" y="3897837"/>
            <a:ext cx="288032" cy="3300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SzPct val="70000"/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buFont typeface="Arial" panose="020B0604020202020204" pitchFamily="34" charset="0"/>
              <a:buNone/>
            </a:pPr>
            <a:r>
              <a:rPr lang="sv-SE" sz="1400" dirty="0"/>
              <a:t>y</a:t>
            </a:r>
            <a:endParaRPr lang="sv-SE" sz="1400" b="1" dirty="0">
              <a:solidFill>
                <a:srgbClr val="02A65D"/>
              </a:solidFill>
            </a:endParaRPr>
          </a:p>
        </p:txBody>
      </p:sp>
      <p:sp>
        <p:nvSpPr>
          <p:cNvPr id="32" name="Espace réservé du contenu 2">
            <a:extLst>
              <a:ext uri="{FF2B5EF4-FFF2-40B4-BE49-F238E27FC236}">
                <a16:creationId xmlns:a16="http://schemas.microsoft.com/office/drawing/2014/main" id="{A218EB8A-4BFE-4B6F-8F33-4CCB1F87490A}"/>
              </a:ext>
            </a:extLst>
          </p:cNvPr>
          <p:cNvSpPr txBox="1">
            <a:spLocks/>
          </p:cNvSpPr>
          <p:nvPr/>
        </p:nvSpPr>
        <p:spPr>
          <a:xfrm>
            <a:off x="5931106" y="2664537"/>
            <a:ext cx="1665230" cy="9494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SzPct val="70000"/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buFont typeface="Arial" panose="020B0604020202020204" pitchFamily="34" charset="0"/>
              <a:buNone/>
            </a:pPr>
            <a:r>
              <a:rPr lang="sv-SE" sz="1200" b="1" dirty="0"/>
              <a:t>Micro hovercrafts qui doivent tourner autour de 2 balises</a:t>
            </a:r>
          </a:p>
          <a:p>
            <a:pPr marL="0" lvl="3" indent="0">
              <a:buFont typeface="Arial" panose="020B0604020202020204" pitchFamily="34" charset="0"/>
              <a:buNone/>
            </a:pPr>
            <a:endParaRPr lang="sv-SE" sz="1200" b="1" dirty="0">
              <a:solidFill>
                <a:srgbClr val="02A65D"/>
              </a:solidFill>
            </a:endParaRPr>
          </a:p>
        </p:txBody>
      </p:sp>
      <p:sp>
        <p:nvSpPr>
          <p:cNvPr id="33" name="Espace réservé du contenu 2">
            <a:extLst>
              <a:ext uri="{FF2B5EF4-FFF2-40B4-BE49-F238E27FC236}">
                <a16:creationId xmlns:a16="http://schemas.microsoft.com/office/drawing/2014/main" id="{DFCC3818-9ABD-4DBA-BF04-E38DC3075C26}"/>
              </a:ext>
            </a:extLst>
          </p:cNvPr>
          <p:cNvSpPr txBox="1">
            <a:spLocks/>
          </p:cNvSpPr>
          <p:nvPr/>
        </p:nvSpPr>
        <p:spPr>
          <a:xfrm>
            <a:off x="5063225" y="4248093"/>
            <a:ext cx="1085292" cy="2744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SzPct val="70000"/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buNone/>
            </a:pPr>
            <a:r>
              <a:rPr lang="sv-SE" sz="1400" b="1" dirty="0">
                <a:solidFill>
                  <a:srgbClr val="02A65D"/>
                </a:solidFill>
              </a:rPr>
              <a:t>Recalage en x et </a:t>
            </a:r>
            <a:r>
              <a:rPr lang="sv-SE" sz="1400" b="1" dirty="0">
                <a:solidFill>
                  <a:srgbClr val="02A65D"/>
                </a:solidFill>
                <a:sym typeface="Symbol" panose="05050102010706020507" pitchFamily="18" charset="2"/>
              </a:rPr>
              <a:t></a:t>
            </a:r>
            <a:endParaRPr lang="sv-SE" sz="1400" b="1" dirty="0">
              <a:solidFill>
                <a:srgbClr val="02A65D"/>
              </a:solidFill>
            </a:endParaRPr>
          </a:p>
        </p:txBody>
      </p:sp>
      <p:sp>
        <p:nvSpPr>
          <p:cNvPr id="34" name="Espace réservé du contenu 2">
            <a:extLst>
              <a:ext uri="{FF2B5EF4-FFF2-40B4-BE49-F238E27FC236}">
                <a16:creationId xmlns:a16="http://schemas.microsoft.com/office/drawing/2014/main" id="{56F11ED6-D70F-4D44-A4B0-B993B208ACA8}"/>
              </a:ext>
            </a:extLst>
          </p:cNvPr>
          <p:cNvSpPr txBox="1">
            <a:spLocks/>
          </p:cNvSpPr>
          <p:nvPr/>
        </p:nvSpPr>
        <p:spPr>
          <a:xfrm>
            <a:off x="2590129" y="1599291"/>
            <a:ext cx="1085292" cy="2744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SzPct val="70000"/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buFont typeface="Arial" panose="020B0604020202020204" pitchFamily="34" charset="0"/>
              <a:buNone/>
            </a:pPr>
            <a:r>
              <a:rPr lang="sv-SE" sz="1400" b="1" dirty="0">
                <a:solidFill>
                  <a:srgbClr val="02A65D"/>
                </a:solidFill>
              </a:rPr>
              <a:t>Recalage en y et </a:t>
            </a:r>
            <a:r>
              <a:rPr lang="sv-SE" sz="1400" b="1" dirty="0">
                <a:solidFill>
                  <a:srgbClr val="02A65D"/>
                </a:solidFill>
                <a:sym typeface="Symbol" panose="05050102010706020507" pitchFamily="18" charset="2"/>
              </a:rPr>
              <a:t></a:t>
            </a:r>
            <a:endParaRPr lang="sv-SE" sz="1400" b="1" dirty="0">
              <a:solidFill>
                <a:srgbClr val="02A65D"/>
              </a:solidFill>
            </a:endParaRPr>
          </a:p>
        </p:txBody>
      </p:sp>
      <p:sp>
        <p:nvSpPr>
          <p:cNvPr id="24" name="Espace réservé du contenu 2">
            <a:extLst>
              <a:ext uri="{FF2B5EF4-FFF2-40B4-BE49-F238E27FC236}">
                <a16:creationId xmlns:a16="http://schemas.microsoft.com/office/drawing/2014/main" id="{86909293-59BF-41CC-8467-1E8F74D38057}"/>
              </a:ext>
            </a:extLst>
          </p:cNvPr>
          <p:cNvSpPr txBox="1">
            <a:spLocks/>
          </p:cNvSpPr>
          <p:nvPr/>
        </p:nvSpPr>
        <p:spPr>
          <a:xfrm>
            <a:off x="2624486" y="2399043"/>
            <a:ext cx="1085292" cy="2744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SzPct val="70000"/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buNone/>
            </a:pPr>
            <a:r>
              <a:rPr lang="sv-SE" sz="1400" b="1" dirty="0">
                <a:solidFill>
                  <a:srgbClr val="02A65D"/>
                </a:solidFill>
              </a:rPr>
              <a:t>Recalage en y et </a:t>
            </a:r>
            <a:r>
              <a:rPr lang="sv-SE" sz="1400" b="1" dirty="0">
                <a:solidFill>
                  <a:srgbClr val="02A65D"/>
                </a:solidFill>
                <a:sym typeface="Symbol" panose="05050102010706020507" pitchFamily="18" charset="2"/>
              </a:rPr>
              <a:t></a:t>
            </a:r>
            <a:endParaRPr lang="sv-SE" sz="1400" b="1" dirty="0">
              <a:solidFill>
                <a:srgbClr val="02A65D"/>
              </a:solidFill>
            </a:endParaRPr>
          </a:p>
        </p:txBody>
      </p:sp>
      <p:sp>
        <p:nvSpPr>
          <p:cNvPr id="26" name="Espace réservé du contenu 2">
            <a:extLst>
              <a:ext uri="{FF2B5EF4-FFF2-40B4-BE49-F238E27FC236}">
                <a16:creationId xmlns:a16="http://schemas.microsoft.com/office/drawing/2014/main" id="{ACD51AFB-9C70-4571-B693-D1219F36F690}"/>
              </a:ext>
            </a:extLst>
          </p:cNvPr>
          <p:cNvSpPr txBox="1">
            <a:spLocks/>
          </p:cNvSpPr>
          <p:nvPr/>
        </p:nvSpPr>
        <p:spPr>
          <a:xfrm>
            <a:off x="2624486" y="3239261"/>
            <a:ext cx="1085292" cy="2744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SzPct val="70000"/>
              <a:buFontTx/>
              <a:buBlip>
                <a:blip r:embed="rId3"/>
              </a:buBlip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buNone/>
            </a:pPr>
            <a:r>
              <a:rPr lang="sv-SE" sz="1400" b="1" dirty="0">
                <a:solidFill>
                  <a:srgbClr val="02A65D"/>
                </a:solidFill>
              </a:rPr>
              <a:t>Recalage en y et </a:t>
            </a:r>
            <a:r>
              <a:rPr lang="sv-SE" sz="1400" b="1" dirty="0">
                <a:solidFill>
                  <a:srgbClr val="02A65D"/>
                </a:solidFill>
                <a:sym typeface="Symbol" panose="05050102010706020507" pitchFamily="18" charset="2"/>
              </a:rPr>
              <a:t></a:t>
            </a:r>
            <a:endParaRPr lang="sv-SE" sz="1400" b="1" dirty="0">
              <a:solidFill>
                <a:srgbClr val="02A65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59927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a-DK" sz="2400" dirty="0">
                <a:cs typeface="Calibri" panose="020F0502020204030204" pitchFamily="34" charset="0"/>
              </a:rPr>
              <a:t>Les capteurs embarqués</a:t>
            </a:r>
            <a:endParaRPr lang="fr-FR" sz="2400" dirty="0"/>
          </a:p>
        </p:txBody>
      </p:sp>
      <p:sp>
        <p:nvSpPr>
          <p:cNvPr id="26" name="Espace réservé du contenu 2">
            <a:extLst>
              <a:ext uri="{FF2B5EF4-FFF2-40B4-BE49-F238E27FC236}">
                <a16:creationId xmlns:a16="http://schemas.microsoft.com/office/drawing/2014/main" id="{C8C0B9A0-99FF-4AD7-9E01-3AAD8F301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5608" y="1419622"/>
            <a:ext cx="7632848" cy="1152128"/>
          </a:xfrm>
        </p:spPr>
        <p:txBody>
          <a:bodyPr>
            <a:noAutofit/>
          </a:bodyPr>
          <a:lstStyle/>
          <a:p>
            <a:pPr marL="0" lvl="3" indent="0">
              <a:buNone/>
            </a:pPr>
            <a:r>
              <a:rPr lang="sv-SE" b="1" dirty="0">
                <a:solidFill>
                  <a:srgbClr val="02A65D"/>
                </a:solidFill>
              </a:rPr>
              <a:t>Extéroceptifs :  </a:t>
            </a:r>
            <a:r>
              <a:rPr lang="sv-SE" dirty="0"/>
              <a:t>2+ capteurs de présence de bande blanche sur le sol</a:t>
            </a:r>
          </a:p>
          <a:p>
            <a:pPr marL="0" lvl="3" indent="0">
              <a:buNone/>
            </a:pPr>
            <a:endParaRPr lang="sv-SE" b="1" dirty="0">
              <a:solidFill>
                <a:srgbClr val="02A65D"/>
              </a:solidFill>
            </a:endParaRPr>
          </a:p>
          <a:p>
            <a:pPr marL="0" lvl="3" indent="0">
              <a:buNone/>
            </a:pPr>
            <a:r>
              <a:rPr lang="sv-SE" b="1" dirty="0">
                <a:solidFill>
                  <a:srgbClr val="02A65D"/>
                </a:solidFill>
              </a:rPr>
              <a:t>Proprioceptif : </a:t>
            </a:r>
            <a:r>
              <a:rPr lang="sv-SE" dirty="0"/>
              <a:t>centrale inertielle MEMS</a:t>
            </a:r>
            <a:endParaRPr lang="sv-SE" b="1" dirty="0">
              <a:solidFill>
                <a:srgbClr val="02A65D"/>
              </a:solidFill>
            </a:endParaRPr>
          </a:p>
        </p:txBody>
      </p:sp>
      <p:sp>
        <p:nvSpPr>
          <p:cNvPr id="28" name="Espace réservé du contenu 2">
            <a:extLst>
              <a:ext uri="{FF2B5EF4-FFF2-40B4-BE49-F238E27FC236}">
                <a16:creationId xmlns:a16="http://schemas.microsoft.com/office/drawing/2014/main" id="{1195D40D-6E33-4752-A9BA-A7EDD518AA56}"/>
              </a:ext>
            </a:extLst>
          </p:cNvPr>
          <p:cNvSpPr txBox="1">
            <a:spLocks/>
          </p:cNvSpPr>
          <p:nvPr/>
        </p:nvSpPr>
        <p:spPr>
          <a:xfrm>
            <a:off x="1053952" y="2859800"/>
            <a:ext cx="7334472" cy="10080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SzPct val="70000"/>
              <a:buFontTx/>
              <a:buBlip>
                <a:blip r:embed="rId2"/>
              </a:buBlip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buFont typeface="Arial" panose="020B0604020202020204" pitchFamily="34" charset="0"/>
              <a:buNone/>
            </a:pPr>
            <a:r>
              <a:rPr lang="sv-SE" dirty="0"/>
              <a:t>La position des bandes blanches étant connue, leur détection par l’hovercraft doit permettre de recaler son angle </a:t>
            </a:r>
            <a:r>
              <a:rPr lang="sv-SE" dirty="0">
                <a:sym typeface="Symbol" panose="05050102010706020507" pitchFamily="18" charset="2"/>
              </a:rPr>
              <a:t></a:t>
            </a:r>
            <a:r>
              <a:rPr lang="sv-SE" dirty="0"/>
              <a:t> ainsi qu’une des deux composantes x, y qui sont calculés avec la centrale inertielle.</a:t>
            </a:r>
          </a:p>
          <a:p>
            <a:pPr marL="0" lvl="3" indent="0">
              <a:buFont typeface="Arial" panose="020B0604020202020204" pitchFamily="34" charset="0"/>
              <a:buNone/>
            </a:pPr>
            <a:endParaRPr lang="sv-SE" dirty="0"/>
          </a:p>
          <a:p>
            <a:pPr marL="0" lvl="3" indent="0">
              <a:buFont typeface="Arial" panose="020B0604020202020204" pitchFamily="34" charset="0"/>
              <a:buNone/>
            </a:pPr>
            <a:r>
              <a:rPr lang="sv-SE" dirty="0"/>
              <a:t>Intérêt : compensation des dérives temporelles induites par l’IMU et calcul de localisations critiques lors du contournement des balises.</a:t>
            </a:r>
          </a:p>
        </p:txBody>
      </p:sp>
    </p:spTree>
    <p:extLst>
      <p:ext uri="{BB962C8B-B14F-4D97-AF65-F5344CB8AC3E}">
        <p14:creationId xmlns:p14="http://schemas.microsoft.com/office/powerpoint/2010/main" val="2218745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a-DK" sz="2400" dirty="0">
                <a:cs typeface="Calibri" panose="020F0502020204030204" pitchFamily="34" charset="0"/>
              </a:rPr>
              <a:t>Objectifs année 2 pour une équipe de 2+ étudiants</a:t>
            </a:r>
            <a:endParaRPr lang="fr-FR" sz="2400" dirty="0"/>
          </a:p>
        </p:txBody>
      </p:sp>
      <p:sp>
        <p:nvSpPr>
          <p:cNvPr id="26" name="Espace réservé du contenu 2">
            <a:extLst>
              <a:ext uri="{FF2B5EF4-FFF2-40B4-BE49-F238E27FC236}">
                <a16:creationId xmlns:a16="http://schemas.microsoft.com/office/drawing/2014/main" id="{C8C0B9A0-99FF-4AD7-9E01-3AAD8F301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616" y="1203598"/>
            <a:ext cx="7632848" cy="3240360"/>
          </a:xfrm>
        </p:spPr>
        <p:txBody>
          <a:bodyPr>
            <a:noAutofit/>
          </a:bodyPr>
          <a:lstStyle/>
          <a:p>
            <a:pPr marL="0" lvl="3" indent="0">
              <a:buNone/>
            </a:pPr>
            <a:r>
              <a:rPr lang="sv-SE" b="1" dirty="0">
                <a:solidFill>
                  <a:srgbClr val="00B050"/>
                </a:solidFill>
              </a:rPr>
              <a:t>Du plus prioritaire au moins prioritaire :</a:t>
            </a:r>
          </a:p>
          <a:p>
            <a:pPr marL="0" lvl="3" indent="0">
              <a:buNone/>
            </a:pPr>
            <a:endParaRPr lang="sv-SE" b="1" dirty="0"/>
          </a:p>
          <a:p>
            <a:pPr marL="0" lvl="3" indent="0">
              <a:buNone/>
            </a:pPr>
            <a:r>
              <a:rPr lang="sv-SE" b="1" dirty="0"/>
              <a:t>1) Conception puis fabrication de la v2 du micro hovercraft sur la base du REX établit par la précédente équipe.</a:t>
            </a:r>
          </a:p>
          <a:p>
            <a:pPr marL="0" lvl="3" indent="0">
              <a:buNone/>
            </a:pPr>
            <a:endParaRPr lang="sv-SE" b="1" dirty="0"/>
          </a:p>
          <a:p>
            <a:pPr marL="0" lvl="3" indent="0">
              <a:buNone/>
            </a:pPr>
            <a:r>
              <a:rPr lang="sv-SE" b="1" dirty="0"/>
              <a:t>2) Mise au point du module de localisation de l’hovercraft (hardware et softwave) et validation en mode téléopéré (liaison bluetooth)</a:t>
            </a:r>
          </a:p>
          <a:p>
            <a:pPr marL="0" lvl="3" indent="0">
              <a:buNone/>
            </a:pPr>
            <a:endParaRPr lang="sv-SE" b="1" dirty="0"/>
          </a:p>
          <a:p>
            <a:pPr marL="0" lvl="3" indent="0">
              <a:buNone/>
            </a:pPr>
            <a:r>
              <a:rPr lang="sv-SE" b="1" dirty="0"/>
              <a:t>3) Elaboration d’une première stratégie de commande permettant de faire un tour de circuit en mode autonome.</a:t>
            </a:r>
          </a:p>
          <a:p>
            <a:pPr marL="0" lvl="3" indent="0">
              <a:buNone/>
            </a:pPr>
            <a:endParaRPr lang="sv-SE" b="1" dirty="0">
              <a:solidFill>
                <a:srgbClr val="02A65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83727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a-DK" sz="2400" dirty="0">
                <a:cs typeface="Calibri" panose="020F0502020204030204" pitchFamily="34" charset="0"/>
              </a:rPr>
              <a:t>Le point de départ (v1)</a:t>
            </a:r>
            <a:endParaRPr lang="fr-FR" sz="2400" dirty="0"/>
          </a:p>
        </p:txBody>
      </p:sp>
      <p:pic>
        <p:nvPicPr>
          <p:cNvPr id="6" name="Image 5" descr="Une image contenant jouet, intérieur&#10;&#10;Description générée automatiquement">
            <a:extLst>
              <a:ext uri="{FF2B5EF4-FFF2-40B4-BE49-F238E27FC236}">
                <a16:creationId xmlns:a16="http://schemas.microsoft.com/office/drawing/2014/main" id="{7BD44EA9-6E90-49AD-99B8-9D7EC3DCDA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1275606"/>
            <a:ext cx="4248472" cy="3186354"/>
          </a:xfrm>
          <a:prstGeom prst="rect">
            <a:avLst/>
          </a:prstGeom>
        </p:spPr>
      </p:pic>
      <p:pic>
        <p:nvPicPr>
          <p:cNvPr id="7" name="Image 6" descr="Une image contenant intérieur, Modèle réduit, plastique, jouet&#10;&#10;Description générée automatiquement">
            <a:extLst>
              <a:ext uri="{FF2B5EF4-FFF2-40B4-BE49-F238E27FC236}">
                <a16:creationId xmlns:a16="http://schemas.microsoft.com/office/drawing/2014/main" id="{16A4C122-70F3-4061-B655-9751051E0B3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3" y="1275606"/>
            <a:ext cx="4248472" cy="318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559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a-DK" sz="2400" dirty="0">
                <a:cs typeface="Calibri" panose="020F0502020204030204" pitchFamily="34" charset="0"/>
              </a:rPr>
              <a:t>Exemples </a:t>
            </a:r>
            <a:r>
              <a:rPr lang="da-DK" sz="2400">
                <a:cs typeface="Calibri" panose="020F0502020204030204" pitchFamily="34" charset="0"/>
              </a:rPr>
              <a:t>de vidéos </a:t>
            </a:r>
            <a:r>
              <a:rPr lang="da-DK" sz="2400" dirty="0">
                <a:cs typeface="Calibri" panose="020F0502020204030204" pitchFamily="34" charset="0"/>
              </a:rPr>
              <a:t>sous Youtube</a:t>
            </a:r>
            <a:endParaRPr lang="fr-FR" sz="2400" dirty="0"/>
          </a:p>
        </p:txBody>
      </p:sp>
      <p:sp>
        <p:nvSpPr>
          <p:cNvPr id="26" name="Espace réservé du contenu 2">
            <a:extLst>
              <a:ext uri="{FF2B5EF4-FFF2-40B4-BE49-F238E27FC236}">
                <a16:creationId xmlns:a16="http://schemas.microsoft.com/office/drawing/2014/main" id="{C8C0B9A0-99FF-4AD7-9E01-3AAD8F301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141" y="1063229"/>
            <a:ext cx="7632848" cy="3780420"/>
          </a:xfrm>
        </p:spPr>
        <p:txBody>
          <a:bodyPr>
            <a:noAutofit/>
          </a:bodyPr>
          <a:lstStyle/>
          <a:p>
            <a:pPr marL="0" lvl="3" indent="0">
              <a:buNone/>
            </a:pPr>
            <a:r>
              <a:rPr lang="fr-FR" sz="1600" dirty="0">
                <a:hlinkClick r:id="rId2"/>
              </a:rPr>
              <a:t>FABRICATION d'un AÉROGLISSEUR TÉLÉCOMMANDÉ (Impression 3D, Assemblage et Test)</a:t>
            </a:r>
            <a:endParaRPr lang="en-US" sz="1600" dirty="0">
              <a:hlinkClick r:id="rId3"/>
            </a:endParaRPr>
          </a:p>
          <a:p>
            <a:pPr marL="0" lvl="3" indent="0">
              <a:buNone/>
            </a:pPr>
            <a:endParaRPr lang="en-US" sz="1600" dirty="0">
              <a:hlinkClick r:id="rId3"/>
            </a:endParaRPr>
          </a:p>
          <a:p>
            <a:pPr marL="0" lvl="3" indent="0">
              <a:buNone/>
            </a:pPr>
            <a:r>
              <a:rPr lang="en-US" sz="1600" dirty="0">
                <a:hlinkClick r:id="rId3"/>
              </a:rPr>
              <a:t>How I 3D Printed a FAST RC Hovercraft</a:t>
            </a:r>
            <a:endParaRPr lang="en-US" sz="1600" dirty="0">
              <a:hlinkClick r:id="rId4"/>
            </a:endParaRPr>
          </a:p>
          <a:p>
            <a:pPr marL="0" lvl="3" indent="0">
              <a:buNone/>
            </a:pPr>
            <a:endParaRPr lang="en-US" sz="1600" dirty="0">
              <a:hlinkClick r:id="rId4"/>
            </a:endParaRPr>
          </a:p>
          <a:p>
            <a:pPr marL="0" lvl="3" indent="0">
              <a:buNone/>
            </a:pPr>
            <a:r>
              <a:rPr lang="fr-FR" sz="1600" dirty="0">
                <a:hlinkClick r:id="rId5"/>
              </a:rPr>
              <a:t>Mini 3D </a:t>
            </a:r>
            <a:r>
              <a:rPr lang="fr-FR" sz="1600" dirty="0" err="1">
                <a:hlinkClick r:id="rId5"/>
              </a:rPr>
              <a:t>Printed</a:t>
            </a:r>
            <a:r>
              <a:rPr lang="fr-FR" sz="1600" dirty="0">
                <a:hlinkClick r:id="rId5"/>
              </a:rPr>
              <a:t> Hovercraft</a:t>
            </a:r>
            <a:endParaRPr lang="sv-SE" sz="1600" b="1" dirty="0">
              <a:solidFill>
                <a:srgbClr val="02A65D"/>
              </a:solidFill>
            </a:endParaRPr>
          </a:p>
          <a:p>
            <a:pPr marL="0" lvl="3" indent="0">
              <a:buNone/>
            </a:pPr>
            <a:endParaRPr lang="en-US" sz="1600" dirty="0">
              <a:hlinkClick r:id="rId4"/>
            </a:endParaRPr>
          </a:p>
          <a:p>
            <a:pPr marL="0" lvl="3" indent="0">
              <a:buNone/>
            </a:pPr>
            <a:r>
              <a:rPr lang="en-US" sz="1600" dirty="0">
                <a:hlinkClick r:id="rId4"/>
              </a:rPr>
              <a:t>Fully 3D printed hovercraft - build guide</a:t>
            </a:r>
            <a:endParaRPr lang="fr-FR" sz="1600" dirty="0">
              <a:hlinkClick r:id="rId5"/>
            </a:endParaRPr>
          </a:p>
          <a:p>
            <a:pPr marL="0" lvl="3" indent="0">
              <a:buNone/>
            </a:pPr>
            <a:endParaRPr lang="fr-FR" sz="1600" dirty="0">
              <a:hlinkClick r:id="rId5"/>
            </a:endParaRPr>
          </a:p>
          <a:p>
            <a:pPr marL="0" lvl="3" indent="0">
              <a:buNone/>
            </a:pPr>
            <a:r>
              <a:rPr lang="en-US" sz="1600" dirty="0">
                <a:hlinkClick r:id="rId6"/>
              </a:rPr>
              <a:t>How to make a mini hovercraft at home</a:t>
            </a:r>
            <a:endParaRPr lang="fr-FR" sz="1600" dirty="0">
              <a:hlinkClick r:id="rId5"/>
            </a:endParaRPr>
          </a:p>
          <a:p>
            <a:pPr marL="0" lvl="3" indent="0">
              <a:buNone/>
            </a:pPr>
            <a:endParaRPr lang="sv-SE" sz="1600" b="1" dirty="0">
              <a:solidFill>
                <a:srgbClr val="02A65D"/>
              </a:solidFill>
            </a:endParaRPr>
          </a:p>
          <a:p>
            <a:pPr marL="0" lvl="3" indent="0">
              <a:buNone/>
            </a:pPr>
            <a:r>
              <a:rPr lang="fr-FR" sz="1600" dirty="0">
                <a:hlinkClick r:id="rId7"/>
              </a:rPr>
              <a:t>DIY Mini RC Hovercraft</a:t>
            </a:r>
            <a:endParaRPr lang="sv-SE" b="1" dirty="0">
              <a:solidFill>
                <a:srgbClr val="02A65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686159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SUPMICROTECH">
      <a:dk1>
        <a:srgbClr val="2181BC"/>
      </a:dk1>
      <a:lt1>
        <a:sysClr val="window" lastClr="FFFFFF"/>
      </a:lt1>
      <a:dk2>
        <a:srgbClr val="2181BC"/>
      </a:dk2>
      <a:lt2>
        <a:srgbClr val="FFFFFF"/>
      </a:lt2>
      <a:accent1>
        <a:srgbClr val="2181BC"/>
      </a:accent1>
      <a:accent2>
        <a:srgbClr val="09A358"/>
      </a:accent2>
      <a:accent3>
        <a:srgbClr val="EA690A"/>
      </a:accent3>
      <a:accent4>
        <a:srgbClr val="FCE800"/>
      </a:accent4>
      <a:accent5>
        <a:srgbClr val="B51620"/>
      </a:accent5>
      <a:accent6>
        <a:srgbClr val="38368A"/>
      </a:accent6>
      <a:hlink>
        <a:srgbClr val="09A358"/>
      </a:hlink>
      <a:folHlink>
        <a:srgbClr val="DAE399"/>
      </a:folHlink>
    </a:clrScheme>
    <a:fontScheme name="SUPMICROTECH">
      <a:majorFont>
        <a:latin typeface="Segoe UI Black"/>
        <a:ea typeface=""/>
        <a:cs typeface=""/>
      </a:majorFont>
      <a:minorFont>
        <a:latin typeface="Segoe UI Histor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3625A43BC76E1146925E535E70234EDE" ma:contentTypeVersion="12" ma:contentTypeDescription="Ein neues Dokument erstellen." ma:contentTypeScope="" ma:versionID="03f64b4047dbb6dd3e2ad2d10dde8425">
  <xsd:schema xmlns:xsd="http://www.w3.org/2001/XMLSchema" xmlns:xs="http://www.w3.org/2001/XMLSchema" xmlns:p="http://schemas.microsoft.com/office/2006/metadata/properties" xmlns:ns2="acbd1efe-d115-44a9-b528-5b0d5d8c9f15" xmlns:ns3="3f4019fd-ca03-4382-a2ba-0a02be16dc4b" targetNamespace="http://schemas.microsoft.com/office/2006/metadata/properties" ma:root="true" ma:fieldsID="77d5f210d0f4541304deaec66d9a5b72" ns2:_="" ns3:_="">
    <xsd:import namespace="acbd1efe-d115-44a9-b528-5b0d5d8c9f15"/>
    <xsd:import namespace="3f4019fd-ca03-4382-a2ba-0a02be16dc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bd1efe-d115-44a9-b528-5b0d5d8c9f1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6b068c93-f372-479e-8bd6-9f626c61856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4019fd-ca03-4382-a2ba-0a02be16dc4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fd00f2d9-76ee-44b6-b730-36ffb7be934c}" ma:internalName="TaxCatchAll" ma:showField="CatchAllData" ma:web="3f4019fd-ca03-4382-a2ba-0a02be16dc4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cbd1efe-d115-44a9-b528-5b0d5d8c9f15">
      <Terms xmlns="http://schemas.microsoft.com/office/infopath/2007/PartnerControls"/>
    </lcf76f155ced4ddcb4097134ff3c332f>
    <TaxCatchAll xmlns="3f4019fd-ca03-4382-a2ba-0a02be16dc4b" xsi:nil="true"/>
  </documentManagement>
</p:properties>
</file>

<file path=customXml/itemProps1.xml><?xml version="1.0" encoding="utf-8"?>
<ds:datastoreItem xmlns:ds="http://schemas.openxmlformats.org/officeDocument/2006/customXml" ds:itemID="{5A70FABA-5C64-4BA0-B1E5-A869A66113F2}"/>
</file>

<file path=customXml/itemProps2.xml><?xml version="1.0" encoding="utf-8"?>
<ds:datastoreItem xmlns:ds="http://schemas.openxmlformats.org/officeDocument/2006/customXml" ds:itemID="{F7D69DE0-A835-4ECD-8887-7357C256A1CE}"/>
</file>

<file path=customXml/itemProps3.xml><?xml version="1.0" encoding="utf-8"?>
<ds:datastoreItem xmlns:ds="http://schemas.openxmlformats.org/officeDocument/2006/customXml" ds:itemID="{186B1095-2D77-4C9A-B8F3-3AB1EE6EF478}"/>
</file>

<file path=docProps/app.xml><?xml version="1.0" encoding="utf-8"?>
<Properties xmlns="http://schemas.openxmlformats.org/officeDocument/2006/extended-properties" xmlns:vt="http://schemas.openxmlformats.org/officeDocument/2006/docPropsVTypes">
  <TotalTime>6739</TotalTime>
  <Words>298</Words>
  <Application>Microsoft Office PowerPoint</Application>
  <PresentationFormat>Affichage à l'écran (16:9)</PresentationFormat>
  <Paragraphs>44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Arial</vt:lpstr>
      <vt:lpstr>Calibri</vt:lpstr>
      <vt:lpstr>Segoe UI Black</vt:lpstr>
      <vt:lpstr>Segoe UI Historic</vt:lpstr>
      <vt:lpstr>Symbol</vt:lpstr>
      <vt:lpstr>Thème Office</vt:lpstr>
      <vt:lpstr>Projet micro hovercraft</vt:lpstr>
      <vt:lpstr>Objectif long terme (3-4 ans)</vt:lpstr>
      <vt:lpstr>Le circuit</vt:lpstr>
      <vt:lpstr>Les capteurs embarqués</vt:lpstr>
      <vt:lpstr>Objectifs année 2 pour une équipe de 2+ étudiants</vt:lpstr>
      <vt:lpstr>Le point de départ (v1)</vt:lpstr>
      <vt:lpstr>Exemples de vidéos sous Youtube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Clémence RITTER</dc:creator>
  <cp:lastModifiedBy>PIAT Emmanuel</cp:lastModifiedBy>
  <cp:revision>197</cp:revision>
  <dcterms:created xsi:type="dcterms:W3CDTF">2022-04-22T09:00:52Z</dcterms:created>
  <dcterms:modified xsi:type="dcterms:W3CDTF">2025-09-10T08:11:54Z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0x0101003625A43BC76E1146925E535E70234EDE</vt:lpwstr>
  </property>
</Properties>
</file>